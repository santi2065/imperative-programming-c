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9601200" cy="7315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2" roundtripDataSignature="AMtx7mjnrJKkxLpla8SSI0AMSLYvsXGq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AF4DC3-32E4-4D2D-857D-5B94BFF7E618}">
  <a:tblStyle styleId="{ABAF4DC3-32E4-4D2D-857D-5B94BFF7E61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160838" cy="365125"/>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9pPr>
          </a:lstStyle>
          <a:p/>
        </p:txBody>
      </p:sp>
      <p:sp>
        <p:nvSpPr>
          <p:cNvPr id="4" name="Google Shape;4;n"/>
          <p:cNvSpPr txBox="1"/>
          <p:nvPr>
            <p:ph idx="10" type="dt"/>
          </p:nvPr>
        </p:nvSpPr>
        <p:spPr>
          <a:xfrm>
            <a:off x="5440363" y="0"/>
            <a:ext cx="4160837" cy="365125"/>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9pPr>
          </a:lstStyle>
          <a:p/>
        </p:txBody>
      </p:sp>
      <p:sp>
        <p:nvSpPr>
          <p:cNvPr id="5" name="Google Shape;5;n"/>
          <p:cNvSpPr/>
          <p:nvPr>
            <p:ph idx="3"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950075"/>
            <a:ext cx="4160838" cy="365125"/>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9pPr>
          </a:lstStyle>
          <a:p/>
        </p:txBody>
      </p:sp>
      <p:sp>
        <p:nvSpPr>
          <p:cNvPr id="8" name="Google Shape;8;n"/>
          <p:cNvSpPr txBox="1"/>
          <p:nvPr>
            <p:ph idx="12" type="sldNum"/>
          </p:nvPr>
        </p:nvSpPr>
        <p:spPr>
          <a:xfrm>
            <a:off x="5440363" y="6950075"/>
            <a:ext cx="4160837" cy="3651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s-AR"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86" name="Google Shape;86;p1: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95" name="Google Shape;95;p2: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14" name="Google Shape;114;p3: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31" name="Google Shape;131;p4: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46" name="Google Shape;146;p5: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61" name="Google Shape;161;p6: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74" name="Google Shape;174;p7: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182" name="Google Shape;182;p8: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txBox="1"/>
          <p:nvPr>
            <p:ph idx="12" type="sldNum"/>
          </p:nvPr>
        </p:nvSpPr>
        <p:spPr>
          <a:xfrm>
            <a:off x="5440363" y="6950075"/>
            <a:ext cx="4160837" cy="3651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SzPts val="1300"/>
              <a:buNone/>
            </a:pPr>
            <a:fld id="{00000000-1234-1234-1234-123412341234}" type="slidenum">
              <a:rPr b="0" i="0" lang="es-AR"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
        <p:nvSpPr>
          <p:cNvPr id="203" name="Google Shape;203;p9: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9: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224" name="Google Shape;224;p10: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240" name="Google Shape;240;p11: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246" name="Google Shape;246;p12: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3: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267" name="Google Shape;267;p13: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4: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272" name="Google Shape;272;p14: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6:notes"/>
          <p:cNvSpPr txBox="1"/>
          <p:nvPr>
            <p:ph idx="1" type="body"/>
          </p:nvPr>
        </p:nvSpPr>
        <p:spPr>
          <a:xfrm>
            <a:off x="1279525" y="3475038"/>
            <a:ext cx="7042150" cy="3290887"/>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360"/>
              </a:spcBef>
              <a:spcAft>
                <a:spcPts val="0"/>
              </a:spcAft>
              <a:buSzPts val="1400"/>
              <a:buNone/>
            </a:pPr>
            <a:r>
              <a:t/>
            </a:r>
            <a:endParaRPr/>
          </a:p>
        </p:txBody>
      </p:sp>
      <p:sp>
        <p:nvSpPr>
          <p:cNvPr id="280" name="Google Shape;280;p16:notes"/>
          <p:cNvSpPr/>
          <p:nvPr>
            <p:ph idx="2" type="sldImg"/>
          </p:nvPr>
        </p:nvSpPr>
        <p:spPr>
          <a:xfrm>
            <a:off x="2362200" y="549275"/>
            <a:ext cx="48768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Times New Roman"/>
              <a:buNone/>
              <a:defRPr/>
            </a:lvl1pPr>
            <a:lvl2pPr lvl="1" algn="ctr">
              <a:lnSpc>
                <a:spcPct val="100000"/>
              </a:lnSpc>
              <a:spcBef>
                <a:spcPts val="560"/>
              </a:spcBef>
              <a:spcAft>
                <a:spcPts val="0"/>
              </a:spcAft>
              <a:buClr>
                <a:schemeClr val="dk1"/>
              </a:buClr>
              <a:buSzPts val="2800"/>
              <a:buFont typeface="Times New Roman"/>
              <a:buNone/>
              <a:defRPr/>
            </a:lvl2pPr>
            <a:lvl3pPr lvl="2" algn="ctr">
              <a:lnSpc>
                <a:spcPct val="100000"/>
              </a:lnSpc>
              <a:spcBef>
                <a:spcPts val="480"/>
              </a:spcBef>
              <a:spcAft>
                <a:spcPts val="0"/>
              </a:spcAft>
              <a:buClr>
                <a:schemeClr val="dk1"/>
              </a:buClr>
              <a:buSzPts val="2400"/>
              <a:buFont typeface="Times New Roman"/>
              <a:buNone/>
              <a:defRPr/>
            </a:lvl3pPr>
            <a:lvl4pPr lvl="3" algn="ctr">
              <a:lnSpc>
                <a:spcPct val="100000"/>
              </a:lnSpc>
              <a:spcBef>
                <a:spcPts val="400"/>
              </a:spcBef>
              <a:spcAft>
                <a:spcPts val="0"/>
              </a:spcAft>
              <a:buClr>
                <a:schemeClr val="dk1"/>
              </a:buClr>
              <a:buSzPts val="2000"/>
              <a:buFont typeface="Times New Roman"/>
              <a:buNone/>
              <a:defRPr/>
            </a:lvl4pPr>
            <a:lvl5pPr lvl="4" algn="ctr">
              <a:lnSpc>
                <a:spcPct val="100000"/>
              </a:lnSpc>
              <a:spcBef>
                <a:spcPts val="400"/>
              </a:spcBef>
              <a:spcAft>
                <a:spcPts val="0"/>
              </a:spcAft>
              <a:buClr>
                <a:schemeClr val="dk1"/>
              </a:buClr>
              <a:buSzPts val="2000"/>
              <a:buFont typeface="Times New Roman"/>
              <a:buNone/>
              <a:defRPr/>
            </a:lvl5pPr>
            <a:lvl6pPr lvl="5" algn="ctr">
              <a:lnSpc>
                <a:spcPct val="100000"/>
              </a:lnSpc>
              <a:spcBef>
                <a:spcPts val="400"/>
              </a:spcBef>
              <a:spcAft>
                <a:spcPts val="0"/>
              </a:spcAft>
              <a:buClr>
                <a:schemeClr val="dk1"/>
              </a:buClr>
              <a:buSzPts val="2000"/>
              <a:buFont typeface="Times New Roman"/>
              <a:buNone/>
              <a:defRPr/>
            </a:lvl6pPr>
            <a:lvl7pPr lvl="6" algn="ctr">
              <a:lnSpc>
                <a:spcPct val="100000"/>
              </a:lnSpc>
              <a:spcBef>
                <a:spcPts val="400"/>
              </a:spcBef>
              <a:spcAft>
                <a:spcPts val="0"/>
              </a:spcAft>
              <a:buClr>
                <a:schemeClr val="dk1"/>
              </a:buClr>
              <a:buSzPts val="2000"/>
              <a:buFont typeface="Times New Roman"/>
              <a:buNone/>
              <a:defRPr/>
            </a:lvl7pPr>
            <a:lvl8pPr lvl="7" algn="ctr">
              <a:lnSpc>
                <a:spcPct val="100000"/>
              </a:lnSpc>
              <a:spcBef>
                <a:spcPts val="400"/>
              </a:spcBef>
              <a:spcAft>
                <a:spcPts val="0"/>
              </a:spcAft>
              <a:buClr>
                <a:schemeClr val="dk1"/>
              </a:buClr>
              <a:buSzPts val="2000"/>
              <a:buFont typeface="Times New Roman"/>
              <a:buNone/>
              <a:defRPr/>
            </a:lvl8pPr>
            <a:lvl9pPr lvl="8" algn="ctr">
              <a:lnSpc>
                <a:spcPct val="100000"/>
              </a:lnSpc>
              <a:spcBef>
                <a:spcPts val="400"/>
              </a:spcBef>
              <a:spcAft>
                <a:spcPts val="0"/>
              </a:spcAft>
              <a:buClr>
                <a:schemeClr val="dk1"/>
              </a:buClr>
              <a:buSzPts val="2000"/>
              <a:buFont typeface="Times New Roman"/>
              <a:buNone/>
              <a:defRPr/>
            </a:lvl9pPr>
          </a:lstStyle>
          <a:p/>
        </p:txBody>
      </p:sp>
      <p:sp>
        <p:nvSpPr>
          <p:cNvPr id="18" name="Google Shape;18;p18"/>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19"/>
          <p:cNvSpPr txBox="1"/>
          <p:nvPr>
            <p:ph idx="1" type="body"/>
          </p:nvPr>
        </p:nvSpPr>
        <p:spPr>
          <a:xfrm>
            <a:off x="685800" y="1485900"/>
            <a:ext cx="7772400" cy="30861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20"/>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Times New Roman"/>
              <a:buNone/>
              <a:defRPr sz="2000"/>
            </a:lvl1pPr>
            <a:lvl2pPr indent="-228600" lvl="1" marL="914400" algn="l">
              <a:lnSpc>
                <a:spcPct val="100000"/>
              </a:lnSpc>
              <a:spcBef>
                <a:spcPts val="360"/>
              </a:spcBef>
              <a:spcAft>
                <a:spcPts val="0"/>
              </a:spcAft>
              <a:buClr>
                <a:schemeClr val="dk1"/>
              </a:buClr>
              <a:buSzPts val="1800"/>
              <a:buFont typeface="Times New Roman"/>
              <a:buNone/>
              <a:defRPr sz="1800"/>
            </a:lvl2pPr>
            <a:lvl3pPr indent="-228600" lvl="2" marL="1371600" algn="l">
              <a:lnSpc>
                <a:spcPct val="100000"/>
              </a:lnSpc>
              <a:spcBef>
                <a:spcPts val="320"/>
              </a:spcBef>
              <a:spcAft>
                <a:spcPts val="0"/>
              </a:spcAft>
              <a:buClr>
                <a:schemeClr val="dk1"/>
              </a:buClr>
              <a:buSzPts val="1600"/>
              <a:buFont typeface="Times New Roman"/>
              <a:buNone/>
              <a:defRPr sz="1600"/>
            </a:lvl3pPr>
            <a:lvl4pPr indent="-228600" lvl="3" marL="1828800" algn="l">
              <a:lnSpc>
                <a:spcPct val="100000"/>
              </a:lnSpc>
              <a:spcBef>
                <a:spcPts val="280"/>
              </a:spcBef>
              <a:spcAft>
                <a:spcPts val="0"/>
              </a:spcAft>
              <a:buClr>
                <a:schemeClr val="dk1"/>
              </a:buClr>
              <a:buSzPts val="1400"/>
              <a:buFont typeface="Times New Roman"/>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30" name="Google Shape;30;p20"/>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21"/>
          <p:cNvSpPr txBox="1"/>
          <p:nvPr>
            <p:ph idx="1" type="body"/>
          </p:nvPr>
        </p:nvSpPr>
        <p:spPr>
          <a:xfrm>
            <a:off x="685800" y="1485900"/>
            <a:ext cx="3810000" cy="30861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Times New Roman"/>
              <a:buChar char="•"/>
              <a:defRPr sz="2800"/>
            </a:lvl1pPr>
            <a:lvl2pPr indent="-381000" lvl="1" marL="914400" algn="l">
              <a:lnSpc>
                <a:spcPct val="100000"/>
              </a:lnSpc>
              <a:spcBef>
                <a:spcPts val="480"/>
              </a:spcBef>
              <a:spcAft>
                <a:spcPts val="0"/>
              </a:spcAft>
              <a:buClr>
                <a:schemeClr val="dk1"/>
              </a:buClr>
              <a:buSzPts val="2400"/>
              <a:buFont typeface="Times New Roman"/>
              <a:buChar char="–"/>
              <a:defRPr sz="2400"/>
            </a:lvl2pPr>
            <a:lvl3pPr indent="-355600" lvl="2" marL="1371600" algn="l">
              <a:lnSpc>
                <a:spcPct val="100000"/>
              </a:lnSpc>
              <a:spcBef>
                <a:spcPts val="400"/>
              </a:spcBef>
              <a:spcAft>
                <a:spcPts val="0"/>
              </a:spcAft>
              <a:buClr>
                <a:schemeClr val="dk1"/>
              </a:buClr>
              <a:buSzPts val="2000"/>
              <a:buFont typeface="Times New Roman"/>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36" name="Google Shape;36;p21"/>
          <p:cNvSpPr txBox="1"/>
          <p:nvPr>
            <p:ph idx="2" type="body"/>
          </p:nvPr>
        </p:nvSpPr>
        <p:spPr>
          <a:xfrm>
            <a:off x="4648200" y="1485900"/>
            <a:ext cx="3810000" cy="30861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Times New Roman"/>
              <a:buChar char="•"/>
              <a:defRPr sz="2800"/>
            </a:lvl1pPr>
            <a:lvl2pPr indent="-381000" lvl="1" marL="914400" algn="l">
              <a:lnSpc>
                <a:spcPct val="100000"/>
              </a:lnSpc>
              <a:spcBef>
                <a:spcPts val="480"/>
              </a:spcBef>
              <a:spcAft>
                <a:spcPts val="0"/>
              </a:spcAft>
              <a:buClr>
                <a:schemeClr val="dk1"/>
              </a:buClr>
              <a:buSzPts val="2400"/>
              <a:buFont typeface="Times New Roman"/>
              <a:buChar char="–"/>
              <a:defRPr sz="2400"/>
            </a:lvl2pPr>
            <a:lvl3pPr indent="-355600" lvl="2" marL="1371600" algn="l">
              <a:lnSpc>
                <a:spcPct val="100000"/>
              </a:lnSpc>
              <a:spcBef>
                <a:spcPts val="400"/>
              </a:spcBef>
              <a:spcAft>
                <a:spcPts val="0"/>
              </a:spcAft>
              <a:buClr>
                <a:schemeClr val="dk1"/>
              </a:buClr>
              <a:buSzPts val="2000"/>
              <a:buFont typeface="Times New Roman"/>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37" name="Google Shape;37;p21"/>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22"/>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Times New Roman"/>
              <a:buNone/>
              <a:defRPr b="1" sz="2400"/>
            </a:lvl1pPr>
            <a:lvl2pPr indent="-228600" lvl="1" marL="914400" algn="l">
              <a:lnSpc>
                <a:spcPct val="100000"/>
              </a:lnSpc>
              <a:spcBef>
                <a:spcPts val="400"/>
              </a:spcBef>
              <a:spcAft>
                <a:spcPts val="0"/>
              </a:spcAft>
              <a:buClr>
                <a:schemeClr val="dk1"/>
              </a:buClr>
              <a:buSzPts val="2000"/>
              <a:buFont typeface="Times New Roman"/>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43" name="Google Shape;43;p22"/>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Times New Roman"/>
              <a:buChar char="•"/>
              <a:defRPr sz="2400"/>
            </a:lvl1pPr>
            <a:lvl2pPr indent="-355600" lvl="1" marL="914400" algn="l">
              <a:lnSpc>
                <a:spcPct val="100000"/>
              </a:lnSpc>
              <a:spcBef>
                <a:spcPts val="400"/>
              </a:spcBef>
              <a:spcAft>
                <a:spcPts val="0"/>
              </a:spcAft>
              <a:buClr>
                <a:schemeClr val="dk1"/>
              </a:buClr>
              <a:buSzPts val="2000"/>
              <a:buFont typeface="Times New Roman"/>
              <a:buChar char="–"/>
              <a:defRPr sz="2000"/>
            </a:lvl2pPr>
            <a:lvl3pPr indent="-342900" lvl="2" marL="1371600" algn="l">
              <a:lnSpc>
                <a:spcPct val="100000"/>
              </a:lnSpc>
              <a:spcBef>
                <a:spcPts val="360"/>
              </a:spcBef>
              <a:spcAft>
                <a:spcPts val="0"/>
              </a:spcAft>
              <a:buClr>
                <a:schemeClr val="dk1"/>
              </a:buClr>
              <a:buSzPts val="1800"/>
              <a:buFont typeface="Times New Roman"/>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44" name="Google Shape;44;p22"/>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Times New Roman"/>
              <a:buNone/>
              <a:defRPr b="1" sz="2400"/>
            </a:lvl1pPr>
            <a:lvl2pPr indent="-228600" lvl="1" marL="914400" algn="l">
              <a:lnSpc>
                <a:spcPct val="100000"/>
              </a:lnSpc>
              <a:spcBef>
                <a:spcPts val="400"/>
              </a:spcBef>
              <a:spcAft>
                <a:spcPts val="0"/>
              </a:spcAft>
              <a:buClr>
                <a:schemeClr val="dk1"/>
              </a:buClr>
              <a:buSzPts val="2000"/>
              <a:buFont typeface="Times New Roman"/>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45" name="Google Shape;45;p22"/>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Times New Roman"/>
              <a:buChar char="•"/>
              <a:defRPr sz="2400"/>
            </a:lvl1pPr>
            <a:lvl2pPr indent="-355600" lvl="1" marL="914400" algn="l">
              <a:lnSpc>
                <a:spcPct val="100000"/>
              </a:lnSpc>
              <a:spcBef>
                <a:spcPts val="400"/>
              </a:spcBef>
              <a:spcAft>
                <a:spcPts val="0"/>
              </a:spcAft>
              <a:buClr>
                <a:schemeClr val="dk1"/>
              </a:buClr>
              <a:buSzPts val="2000"/>
              <a:buFont typeface="Times New Roman"/>
              <a:buChar char="–"/>
              <a:defRPr sz="2000"/>
            </a:lvl2pPr>
            <a:lvl3pPr indent="-342900" lvl="2" marL="1371600" algn="l">
              <a:lnSpc>
                <a:spcPct val="100000"/>
              </a:lnSpc>
              <a:spcBef>
                <a:spcPts val="360"/>
              </a:spcBef>
              <a:spcAft>
                <a:spcPts val="0"/>
              </a:spcAft>
              <a:buClr>
                <a:schemeClr val="dk1"/>
              </a:buClr>
              <a:buSzPts val="1800"/>
              <a:buFont typeface="Times New Roman"/>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46" name="Google Shape;46;p22"/>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 name="Google Shape;51;p23"/>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457200" y="204788"/>
            <a:ext cx="3008400" cy="8715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25"/>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Times New Roman"/>
              <a:buChar char="•"/>
              <a:defRPr sz="3200"/>
            </a:lvl1pPr>
            <a:lvl2pPr indent="-406400" lvl="1" marL="914400" algn="l">
              <a:lnSpc>
                <a:spcPct val="100000"/>
              </a:lnSpc>
              <a:spcBef>
                <a:spcPts val="560"/>
              </a:spcBef>
              <a:spcAft>
                <a:spcPts val="0"/>
              </a:spcAft>
              <a:buClr>
                <a:schemeClr val="dk1"/>
              </a:buClr>
              <a:buSzPts val="2800"/>
              <a:buFont typeface="Times New Roman"/>
              <a:buChar char="–"/>
              <a:defRPr sz="2800"/>
            </a:lvl2pPr>
            <a:lvl3pPr indent="-381000" lvl="2" marL="1371600" algn="l">
              <a:lnSpc>
                <a:spcPct val="100000"/>
              </a:lnSpc>
              <a:spcBef>
                <a:spcPts val="480"/>
              </a:spcBef>
              <a:spcAft>
                <a:spcPts val="0"/>
              </a:spcAft>
              <a:buClr>
                <a:schemeClr val="dk1"/>
              </a:buClr>
              <a:buSzPts val="2400"/>
              <a:buFont typeface="Times New Roman"/>
              <a:buChar char="•"/>
              <a:defRPr sz="2400"/>
            </a:lvl3pPr>
            <a:lvl4pPr indent="-355600" lvl="3" marL="1828800" algn="l">
              <a:lnSpc>
                <a:spcPct val="100000"/>
              </a:lnSpc>
              <a:spcBef>
                <a:spcPts val="400"/>
              </a:spcBef>
              <a:spcAft>
                <a:spcPts val="0"/>
              </a:spcAft>
              <a:buClr>
                <a:schemeClr val="dk1"/>
              </a:buClr>
              <a:buSzPts val="2000"/>
              <a:buFont typeface="Times New Roman"/>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61" name="Google Shape;61;p25"/>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Times New Roman"/>
              <a:buNone/>
              <a:defRPr sz="1400"/>
            </a:lvl1pPr>
            <a:lvl2pPr indent="-228600" lvl="1" marL="914400" algn="l">
              <a:lnSpc>
                <a:spcPct val="100000"/>
              </a:lnSpc>
              <a:spcBef>
                <a:spcPts val="240"/>
              </a:spcBef>
              <a:spcAft>
                <a:spcPts val="0"/>
              </a:spcAft>
              <a:buClr>
                <a:schemeClr val="dk1"/>
              </a:buClr>
              <a:buSzPts val="1200"/>
              <a:buFont typeface="Times New Roman"/>
              <a:buNone/>
              <a:defRPr sz="1200"/>
            </a:lvl2pPr>
            <a:lvl3pPr indent="-228600" lvl="2" marL="1371600" algn="l">
              <a:lnSpc>
                <a:spcPct val="100000"/>
              </a:lnSpc>
              <a:spcBef>
                <a:spcPts val="200"/>
              </a:spcBef>
              <a:spcAft>
                <a:spcPts val="0"/>
              </a:spcAft>
              <a:buClr>
                <a:schemeClr val="dk1"/>
              </a:buClr>
              <a:buSzPts val="1000"/>
              <a:buFont typeface="Times New Roman"/>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62" name="Google Shape;62;p25"/>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26"/>
          <p:cNvSpPr/>
          <p:nvPr>
            <p:ph idx="2" type="pic"/>
          </p:nvPr>
        </p:nvSpPr>
        <p:spPr>
          <a:xfrm>
            <a:off x="1792288" y="459581"/>
            <a:ext cx="5486400" cy="3086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640"/>
              </a:spcBef>
              <a:spcAft>
                <a:spcPts val="0"/>
              </a:spcAft>
              <a:buClr>
                <a:schemeClr val="dk1"/>
              </a:buClr>
              <a:buSzPts val="3200"/>
              <a:buFont typeface="Times New Roman"/>
              <a:buNone/>
              <a:defRPr b="0" i="0" sz="3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56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id="68" name="Google Shape;68;p26"/>
          <p:cNvSpPr txBox="1"/>
          <p:nvPr>
            <p:ph idx="1" type="body"/>
          </p:nvPr>
        </p:nvSpPr>
        <p:spPr>
          <a:xfrm>
            <a:off x="1792288" y="4025503"/>
            <a:ext cx="5486400" cy="6036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Times New Roman"/>
              <a:buNone/>
              <a:defRPr sz="1400"/>
            </a:lvl1pPr>
            <a:lvl2pPr indent="-228600" lvl="1" marL="914400" algn="l">
              <a:lnSpc>
                <a:spcPct val="100000"/>
              </a:lnSpc>
              <a:spcBef>
                <a:spcPts val="240"/>
              </a:spcBef>
              <a:spcAft>
                <a:spcPts val="0"/>
              </a:spcAft>
              <a:buClr>
                <a:schemeClr val="dk1"/>
              </a:buClr>
              <a:buSzPts val="1200"/>
              <a:buFont typeface="Times New Roman"/>
              <a:buNone/>
              <a:defRPr sz="1200"/>
            </a:lvl2pPr>
            <a:lvl3pPr indent="-228600" lvl="2" marL="1371600" algn="l">
              <a:lnSpc>
                <a:spcPct val="100000"/>
              </a:lnSpc>
              <a:spcBef>
                <a:spcPts val="200"/>
              </a:spcBef>
              <a:spcAft>
                <a:spcPts val="0"/>
              </a:spcAft>
              <a:buClr>
                <a:schemeClr val="dk1"/>
              </a:buClr>
              <a:buSzPts val="1000"/>
              <a:buFont typeface="Times New Roman"/>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69" name="Google Shape;69;p26"/>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028950" y="-857250"/>
            <a:ext cx="3086100" cy="7772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7"/>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5429250" y="1543050"/>
            <a:ext cx="4114800" cy="1943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466850" y="-323850"/>
            <a:ext cx="4114800" cy="56769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8"/>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7"/>
          <p:cNvSpPr txBox="1"/>
          <p:nvPr>
            <p:ph idx="1" type="body"/>
          </p:nvPr>
        </p:nvSpPr>
        <p:spPr>
          <a:xfrm>
            <a:off x="685800" y="1485900"/>
            <a:ext cx="7772400" cy="308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7"/>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9pPr>
          </a:lstStyle>
          <a:p/>
        </p:txBody>
      </p:sp>
      <p:sp>
        <p:nvSpPr>
          <p:cNvPr id="13" name="Google Shape;13;p17"/>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ourier New"/>
                <a:ea typeface="Courier New"/>
                <a:cs typeface="Courier New"/>
                <a:sym typeface="Courier New"/>
              </a:defRPr>
            </a:lvl9pPr>
          </a:lstStyle>
          <a:p/>
        </p:txBody>
      </p:sp>
      <p:sp>
        <p:nvSpPr>
          <p:cNvPr id="14" name="Google Shape;14;p17"/>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85750"/>
            <a:ext cx="77724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1" lang="es-AR"/>
              <a:t>Programación Imperativa</a:t>
            </a:r>
            <a:endParaRPr/>
          </a:p>
        </p:txBody>
      </p:sp>
      <p:sp>
        <p:nvSpPr>
          <p:cNvPr id="89" name="Google Shape;89;p1"/>
          <p:cNvSpPr txBox="1"/>
          <p:nvPr/>
        </p:nvSpPr>
        <p:spPr>
          <a:xfrm>
            <a:off x="845344" y="1416248"/>
            <a:ext cx="6477000" cy="392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Noto Sans Symbols"/>
              <a:buChar char="❖"/>
            </a:pPr>
            <a:r>
              <a:rPr b="1" i="0" lang="es-AR" sz="2800" u="none" cap="none" strike="noStrike">
                <a:solidFill>
                  <a:schemeClr val="dk1"/>
                </a:solidFill>
                <a:latin typeface="Times New Roman"/>
                <a:ea typeface="Times New Roman"/>
                <a:cs typeface="Times New Roman"/>
                <a:sym typeface="Times New Roman"/>
              </a:rPr>
              <a:t>  Uso de heap</a:t>
            </a:r>
            <a:endParaRPr b="1" i="0" sz="2800" u="none" cap="none" strike="noStrike">
              <a:solidFill>
                <a:schemeClr val="dk1"/>
              </a:solidFill>
              <a:latin typeface="Times New Roman"/>
              <a:ea typeface="Times New Roman"/>
              <a:cs typeface="Times New Roman"/>
              <a:sym typeface="Times New Roman"/>
            </a:endParaRPr>
          </a:p>
        </p:txBody>
      </p:sp>
      <p:sp>
        <p:nvSpPr>
          <p:cNvPr id="90" name="Google Shape;90;p1"/>
          <p:cNvSpPr/>
          <p:nvPr/>
        </p:nvSpPr>
        <p:spPr>
          <a:xfrm>
            <a:off x="6079268" y="1317951"/>
            <a:ext cx="2736300" cy="1296000"/>
          </a:xfrm>
          <a:prstGeom prst="rect">
            <a:avLst/>
          </a:prstGeom>
          <a:solidFill>
            <a:srgbClr val="FFFF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Stack Segment</a:t>
            </a:r>
            <a:endParaRPr b="0" i="0" sz="1400" u="none" cap="none" strike="noStrike">
              <a:solidFill>
                <a:srgbClr val="000000"/>
              </a:solidFill>
              <a:latin typeface="Arial"/>
              <a:ea typeface="Arial"/>
              <a:cs typeface="Arial"/>
              <a:sym typeface="Arial"/>
            </a:endParaRPr>
          </a:p>
          <a:p>
            <a:pPr indent="0" lvl="0" marL="0" marR="0" rtl="0" algn="ctr">
              <a:lnSpc>
                <a:spcPct val="80000"/>
              </a:lnSpc>
              <a:spcBef>
                <a:spcPts val="240"/>
              </a:spcBef>
              <a:spcAft>
                <a:spcPts val="0"/>
              </a:spcAft>
              <a:buClr>
                <a:schemeClr val="dk1"/>
              </a:buClr>
              <a:buSzPts val="2400"/>
              <a:buFont typeface="Times New Roman"/>
              <a:buNone/>
            </a:pPr>
            <a:r>
              <a:t/>
            </a:r>
            <a:endParaRPr b="1" i="0" sz="2400" u="none" cap="none" strike="noStrike">
              <a:solidFill>
                <a:schemeClr val="accent2"/>
              </a:solidFill>
              <a:latin typeface="Times New Roman"/>
              <a:ea typeface="Times New Roman"/>
              <a:cs typeface="Times New Roman"/>
              <a:sym typeface="Times New Roman"/>
            </a:endParaRPr>
          </a:p>
          <a:p>
            <a:pPr indent="0" lvl="0" marL="0" marR="0" rtl="0" algn="ctr">
              <a:lnSpc>
                <a:spcPct val="80000"/>
              </a:lnSpc>
              <a:spcBef>
                <a:spcPts val="240"/>
              </a:spcBef>
              <a:spcAft>
                <a:spcPts val="0"/>
              </a:spcAft>
              <a:buClr>
                <a:schemeClr val="dk1"/>
              </a:buClr>
              <a:buSzPts val="2400"/>
              <a:buFont typeface="Times New Roman"/>
              <a:buNone/>
            </a:pPr>
            <a:r>
              <a:t/>
            </a:r>
            <a:endParaRPr b="1" i="0" sz="2400" u="none" cap="none" strike="noStrike">
              <a:solidFill>
                <a:schemeClr val="accent2"/>
              </a:solidFill>
              <a:latin typeface="Times New Roman"/>
              <a:ea typeface="Times New Roman"/>
              <a:cs typeface="Times New Roman"/>
              <a:sym typeface="Times New Roman"/>
            </a:endParaRPr>
          </a:p>
          <a:p>
            <a:pPr indent="0" lvl="0" marL="0" marR="0" rtl="0" algn="ctr">
              <a:lnSpc>
                <a:spcPct val="80000"/>
              </a:lnSpc>
              <a:spcBef>
                <a:spcPts val="24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Heap Segment</a:t>
            </a:r>
            <a:endParaRPr b="1" i="0" sz="2400" u="none" cap="none" strike="noStrike">
              <a:solidFill>
                <a:schemeClr val="accent2"/>
              </a:solidFill>
              <a:latin typeface="Times New Roman"/>
              <a:ea typeface="Times New Roman"/>
              <a:cs typeface="Times New Roman"/>
              <a:sym typeface="Times New Roman"/>
            </a:endParaRPr>
          </a:p>
        </p:txBody>
      </p:sp>
      <p:sp>
        <p:nvSpPr>
          <p:cNvPr id="91" name="Google Shape;91;p1"/>
          <p:cNvSpPr/>
          <p:nvPr/>
        </p:nvSpPr>
        <p:spPr>
          <a:xfrm>
            <a:off x="7178954" y="1719044"/>
            <a:ext cx="624000" cy="493800"/>
          </a:xfrm>
          <a:prstGeom prst="upDownArrow">
            <a:avLst>
              <a:gd fmla="val 50000" name="adj1"/>
              <a:gd fmla="val 20000" name="adj2"/>
            </a:avLst>
          </a:prstGeom>
          <a:gradFill>
            <a:gsLst>
              <a:gs pos="0">
                <a:srgbClr val="765E00"/>
              </a:gs>
              <a:gs pos="50000">
                <a:srgbClr val="FFCC00"/>
              </a:gs>
              <a:gs pos="100000">
                <a:srgbClr val="765E00"/>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92" name="Google Shape;92;p1"/>
          <p:cNvSpPr txBox="1"/>
          <p:nvPr/>
        </p:nvSpPr>
        <p:spPr>
          <a:xfrm>
            <a:off x="269250" y="2954300"/>
            <a:ext cx="8605500" cy="1907100"/>
          </a:xfrm>
          <a:prstGeom prst="rect">
            <a:avLst/>
          </a:prstGeom>
          <a:noFill/>
          <a:ln cap="flat" cmpd="sng" w="9525">
            <a:solidFill>
              <a:srgbClr val="000000"/>
            </a:solidFill>
            <a:prstDash val="solid"/>
            <a:round/>
            <a:headEnd len="sm" w="sm" type="none"/>
            <a:tailEnd len="sm" w="sm" type="none"/>
          </a:ln>
        </p:spPr>
        <p:txBody>
          <a:bodyPr anchorCtr="0" anchor="t" bIns="35100" lIns="67500" spcFirstLastPara="1" rIns="67500" wrap="square" tIns="35100">
            <a:noAutofit/>
          </a:bodyPr>
          <a:lstStyle/>
          <a:p>
            <a:pPr indent="0" lvl="0" marL="0" marR="0" rtl="0" algn="l">
              <a:lnSpc>
                <a:spcPct val="100000"/>
              </a:lnSpc>
              <a:spcBef>
                <a:spcPts val="360"/>
              </a:spcBef>
              <a:spcAft>
                <a:spcPts val="0"/>
              </a:spcAft>
              <a:buClr>
                <a:srgbClr val="000000"/>
              </a:buClr>
              <a:buSzPts val="1100"/>
              <a:buFont typeface="Arial"/>
              <a:buNone/>
            </a:pPr>
            <a:r>
              <a:rPr b="0" i="0" lang="es-AR" sz="3200" u="none" cap="none" strike="noStrike">
                <a:solidFill>
                  <a:srgbClr val="000000"/>
                </a:solidFill>
                <a:latin typeface="Times New Roman"/>
                <a:ea typeface="Times New Roman"/>
                <a:cs typeface="Times New Roman"/>
                <a:sym typeface="Times New Roman"/>
              </a:rPr>
              <a:t>Lecturas previas recomendadas</a:t>
            </a:r>
            <a:endParaRPr b="0" i="0" sz="3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rgbClr val="000000"/>
              </a:buClr>
              <a:buSzPts val="1100"/>
              <a:buFont typeface="Arial"/>
              <a:buNone/>
            </a:pPr>
            <a:r>
              <a:t/>
            </a:r>
            <a:endParaRPr b="0" i="0" sz="17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0"/>
              </a:spcBef>
              <a:spcAft>
                <a:spcPts val="0"/>
              </a:spcAft>
              <a:buClr>
                <a:srgbClr val="CC0000"/>
              </a:buClr>
              <a:buSzPts val="2800"/>
              <a:buFont typeface="Arial"/>
              <a:buChar char="●"/>
            </a:pPr>
            <a:r>
              <a:rPr b="1" i="0" lang="es-AR" sz="2800" u="none" cap="none" strike="noStrike">
                <a:solidFill>
                  <a:srgbClr val="CC0000"/>
                </a:solidFill>
                <a:latin typeface="Times New Roman"/>
                <a:ea typeface="Times New Roman"/>
                <a:cs typeface="Times New Roman"/>
                <a:sym typeface="Times New Roman"/>
              </a:rPr>
              <a:t>K&amp;R</a:t>
            </a:r>
            <a:r>
              <a:rPr b="1" i="0" lang="es-AR" sz="2800" u="none" cap="none" strike="noStrike">
                <a:solidFill>
                  <a:srgbClr val="CC0000"/>
                </a:solidFill>
                <a:latin typeface="Arial"/>
                <a:ea typeface="Arial"/>
                <a:cs typeface="Arial"/>
                <a:sym typeface="Arial"/>
              </a:rPr>
              <a:t>  </a:t>
            </a:r>
            <a:r>
              <a:rPr b="1" i="0" lang="es-AR" sz="2800" u="none" cap="none" strike="noStrike">
                <a:solidFill>
                  <a:srgbClr val="CC0000"/>
                </a:solidFill>
                <a:latin typeface="Times New Roman"/>
                <a:ea typeface="Times New Roman"/>
                <a:cs typeface="Times New Roman"/>
                <a:sym typeface="Times New Roman"/>
              </a:rPr>
              <a:t>7.8.5</a:t>
            </a:r>
            <a:endParaRPr b="1" i="0" sz="2800" u="none" cap="none" strike="noStrike">
              <a:solidFill>
                <a:srgbClr val="CC0000"/>
              </a:solidFill>
              <a:latin typeface="Times New Roman"/>
              <a:ea typeface="Times New Roman"/>
              <a:cs typeface="Times New Roman"/>
              <a:sym typeface="Times New Roman"/>
            </a:endParaRPr>
          </a:p>
          <a:p>
            <a:pPr indent="-406400" lvl="0" marL="457200" marR="0" rtl="0" algn="l">
              <a:lnSpc>
                <a:spcPct val="100000"/>
              </a:lnSpc>
              <a:spcBef>
                <a:spcPts val="0"/>
              </a:spcBef>
              <a:spcAft>
                <a:spcPts val="0"/>
              </a:spcAft>
              <a:buClr>
                <a:srgbClr val="CC0000"/>
              </a:buClr>
              <a:buSzPts val="2800"/>
              <a:buFont typeface="Times New Roman"/>
              <a:buChar char="●"/>
            </a:pPr>
            <a:r>
              <a:rPr b="1" i="0" lang="es-AR" sz="2800" u="none" cap="none" strike="noStrike">
                <a:solidFill>
                  <a:srgbClr val="CC0000"/>
                </a:solidFill>
                <a:latin typeface="Times New Roman"/>
                <a:ea typeface="Times New Roman"/>
                <a:cs typeface="Times New Roman"/>
                <a:sym typeface="Times New Roman"/>
              </a:rPr>
              <a:t>https://www.youtube.com/watch?v=lQP4X3odvHE</a:t>
            </a:r>
            <a:endParaRPr b="1" i="0" sz="2800" u="none" cap="none" strike="noStrike">
              <a:solidFill>
                <a:srgbClr val="CC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783F04"/>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flipH="1" rot="10800000">
            <a:off x="166250" y="1714625"/>
            <a:ext cx="8368200" cy="3158700"/>
          </a:xfrm>
          <a:prstGeom prst="verticalScroll">
            <a:avLst>
              <a:gd fmla="val 8144" name="adj"/>
            </a:avLst>
          </a:prstGeom>
          <a:solidFill>
            <a:srgbClr val="CC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98" name="Google Shape;98;p2"/>
          <p:cNvSpPr txBox="1"/>
          <p:nvPr>
            <p:ph type="title"/>
          </p:nvPr>
        </p:nvSpPr>
        <p:spPr>
          <a:xfrm>
            <a:off x="304800" y="285750"/>
            <a:ext cx="65532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s-AR" sz="4000">
                <a:solidFill>
                  <a:schemeClr val="accent2"/>
                </a:solidFill>
              </a:rPr>
              <a:t>St</a:t>
            </a:r>
            <a:r>
              <a:rPr lang="es-AR" sz="4000"/>
              <a:t>andar</a:t>
            </a:r>
            <a:r>
              <a:rPr lang="es-AR" sz="4000">
                <a:solidFill>
                  <a:schemeClr val="accent2"/>
                </a:solidFill>
              </a:rPr>
              <a:t>d</a:t>
            </a:r>
            <a:r>
              <a:rPr lang="es-AR" sz="4000"/>
              <a:t> </a:t>
            </a:r>
            <a:r>
              <a:rPr lang="es-AR" sz="4000">
                <a:solidFill>
                  <a:schemeClr val="dk1"/>
                </a:solidFill>
              </a:rPr>
              <a:t>System</a:t>
            </a:r>
            <a:r>
              <a:rPr lang="es-AR" sz="4000"/>
              <a:t> </a:t>
            </a:r>
            <a:r>
              <a:rPr lang="es-AR" sz="4000">
                <a:solidFill>
                  <a:schemeClr val="accent2"/>
                </a:solidFill>
              </a:rPr>
              <a:t>Lib</a:t>
            </a:r>
            <a:r>
              <a:rPr lang="es-AR" sz="4000"/>
              <a:t>rary</a:t>
            </a:r>
            <a:endParaRPr/>
          </a:p>
        </p:txBody>
      </p:sp>
      <p:pic>
        <p:nvPicPr>
          <p:cNvPr descr="CLIPPED" id="99" name="Google Shape;99;p2"/>
          <p:cNvPicPr preferRelativeResize="0"/>
          <p:nvPr/>
        </p:nvPicPr>
        <p:blipFill rotWithShape="1">
          <a:blip r:embed="rId3">
            <a:alphaModFix/>
          </a:blip>
          <a:srcRect b="0" l="0" r="0" t="0"/>
          <a:stretch/>
        </p:blipFill>
        <p:spPr>
          <a:xfrm>
            <a:off x="6794500" y="228600"/>
            <a:ext cx="1904999" cy="1851787"/>
          </a:xfrm>
          <a:prstGeom prst="rect">
            <a:avLst/>
          </a:prstGeom>
          <a:noFill/>
          <a:ln>
            <a:noFill/>
          </a:ln>
        </p:spPr>
      </p:pic>
      <p:sp>
        <p:nvSpPr>
          <p:cNvPr id="100" name="Google Shape;100;p2"/>
          <p:cNvSpPr txBox="1"/>
          <p:nvPr/>
        </p:nvSpPr>
        <p:spPr>
          <a:xfrm>
            <a:off x="6934200" y="914400"/>
            <a:ext cx="1905000" cy="38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urier New"/>
              <a:buNone/>
            </a:pPr>
            <a:r>
              <a:rPr b="1" i="0" lang="es-AR" sz="2000" u="none" cap="none" strike="noStrike">
                <a:solidFill>
                  <a:schemeClr val="dk1"/>
                </a:solidFill>
                <a:latin typeface="Courier New"/>
                <a:ea typeface="Courier New"/>
                <a:cs typeface="Courier New"/>
                <a:sym typeface="Courier New"/>
              </a:rPr>
              <a:t>stdlib.h</a:t>
            </a:r>
            <a:endParaRPr b="1" i="0" sz="2000" u="none" cap="none" strike="noStrike">
              <a:solidFill>
                <a:schemeClr val="dk1"/>
              </a:solidFill>
              <a:latin typeface="Courier New"/>
              <a:ea typeface="Courier New"/>
              <a:cs typeface="Courier New"/>
              <a:sym typeface="Courier New"/>
            </a:endParaRPr>
          </a:p>
        </p:txBody>
      </p:sp>
      <p:cxnSp>
        <p:nvCxnSpPr>
          <p:cNvPr id="101" name="Google Shape;101;p2"/>
          <p:cNvCxnSpPr/>
          <p:nvPr/>
        </p:nvCxnSpPr>
        <p:spPr>
          <a:xfrm>
            <a:off x="7315200" y="1371600"/>
            <a:ext cx="1066800" cy="0"/>
          </a:xfrm>
          <a:prstGeom prst="straightConnector1">
            <a:avLst/>
          </a:prstGeom>
          <a:noFill/>
          <a:ln cap="flat" cmpd="sng" w="9525">
            <a:solidFill>
              <a:schemeClr val="dk1"/>
            </a:solidFill>
            <a:prstDash val="solid"/>
            <a:round/>
            <a:headEnd len="sm" w="sm" type="none"/>
            <a:tailEnd len="sm" w="sm" type="none"/>
          </a:ln>
        </p:spPr>
      </p:cxnSp>
      <p:cxnSp>
        <p:nvCxnSpPr>
          <p:cNvPr id="102" name="Google Shape;102;p2"/>
          <p:cNvCxnSpPr/>
          <p:nvPr/>
        </p:nvCxnSpPr>
        <p:spPr>
          <a:xfrm>
            <a:off x="7315200" y="1428750"/>
            <a:ext cx="1066800" cy="0"/>
          </a:xfrm>
          <a:prstGeom prst="straightConnector1">
            <a:avLst/>
          </a:prstGeom>
          <a:noFill/>
          <a:ln cap="flat" cmpd="sng" w="9525">
            <a:solidFill>
              <a:schemeClr val="dk1"/>
            </a:solidFill>
            <a:prstDash val="solid"/>
            <a:round/>
            <a:headEnd len="sm" w="sm" type="none"/>
            <a:tailEnd len="sm" w="sm" type="none"/>
          </a:ln>
        </p:spPr>
      </p:cxnSp>
      <p:cxnSp>
        <p:nvCxnSpPr>
          <p:cNvPr id="103" name="Google Shape;103;p2"/>
          <p:cNvCxnSpPr/>
          <p:nvPr/>
        </p:nvCxnSpPr>
        <p:spPr>
          <a:xfrm>
            <a:off x="7315200" y="1485900"/>
            <a:ext cx="1066800" cy="0"/>
          </a:xfrm>
          <a:prstGeom prst="straightConnector1">
            <a:avLst/>
          </a:prstGeom>
          <a:noFill/>
          <a:ln cap="flat" cmpd="sng" w="9525">
            <a:solidFill>
              <a:schemeClr val="dk1"/>
            </a:solidFill>
            <a:prstDash val="solid"/>
            <a:round/>
            <a:headEnd len="sm" w="sm" type="none"/>
            <a:tailEnd len="sm" w="sm" type="none"/>
          </a:ln>
        </p:spPr>
      </p:cxnSp>
      <p:cxnSp>
        <p:nvCxnSpPr>
          <p:cNvPr id="104" name="Google Shape;104;p2"/>
          <p:cNvCxnSpPr/>
          <p:nvPr/>
        </p:nvCxnSpPr>
        <p:spPr>
          <a:xfrm>
            <a:off x="7315200" y="1543050"/>
            <a:ext cx="1066800" cy="0"/>
          </a:xfrm>
          <a:prstGeom prst="straightConnector1">
            <a:avLst/>
          </a:prstGeom>
          <a:noFill/>
          <a:ln cap="flat" cmpd="sng" w="9525">
            <a:solidFill>
              <a:schemeClr val="dk1"/>
            </a:solidFill>
            <a:prstDash val="solid"/>
            <a:round/>
            <a:headEnd len="sm" w="sm" type="none"/>
            <a:tailEnd len="sm" w="sm" type="none"/>
          </a:ln>
        </p:spPr>
      </p:cxnSp>
      <p:cxnSp>
        <p:nvCxnSpPr>
          <p:cNvPr id="105" name="Google Shape;105;p2"/>
          <p:cNvCxnSpPr/>
          <p:nvPr/>
        </p:nvCxnSpPr>
        <p:spPr>
          <a:xfrm>
            <a:off x="7315200" y="1600200"/>
            <a:ext cx="1066800" cy="0"/>
          </a:xfrm>
          <a:prstGeom prst="straightConnector1">
            <a:avLst/>
          </a:prstGeom>
          <a:noFill/>
          <a:ln cap="flat" cmpd="sng" w="9525">
            <a:solidFill>
              <a:schemeClr val="dk1"/>
            </a:solidFill>
            <a:prstDash val="solid"/>
            <a:round/>
            <a:headEnd len="sm" w="sm" type="none"/>
            <a:tailEnd len="sm" w="sm" type="none"/>
          </a:ln>
        </p:spPr>
      </p:cxnSp>
      <p:cxnSp>
        <p:nvCxnSpPr>
          <p:cNvPr id="106" name="Google Shape;106;p2"/>
          <p:cNvCxnSpPr/>
          <p:nvPr/>
        </p:nvCxnSpPr>
        <p:spPr>
          <a:xfrm>
            <a:off x="7315200" y="914400"/>
            <a:ext cx="1066800" cy="0"/>
          </a:xfrm>
          <a:prstGeom prst="straightConnector1">
            <a:avLst/>
          </a:prstGeom>
          <a:noFill/>
          <a:ln cap="flat" cmpd="sng" w="9525">
            <a:solidFill>
              <a:schemeClr val="dk1"/>
            </a:solidFill>
            <a:prstDash val="solid"/>
            <a:round/>
            <a:headEnd len="sm" w="sm" type="none"/>
            <a:tailEnd len="sm" w="sm" type="none"/>
          </a:ln>
        </p:spPr>
      </p:cxnSp>
      <p:cxnSp>
        <p:nvCxnSpPr>
          <p:cNvPr id="107" name="Google Shape;107;p2"/>
          <p:cNvCxnSpPr/>
          <p:nvPr/>
        </p:nvCxnSpPr>
        <p:spPr>
          <a:xfrm>
            <a:off x="7315200" y="857250"/>
            <a:ext cx="1066800" cy="0"/>
          </a:xfrm>
          <a:prstGeom prst="straightConnector1">
            <a:avLst/>
          </a:prstGeom>
          <a:noFill/>
          <a:ln cap="flat" cmpd="sng" w="9525">
            <a:solidFill>
              <a:schemeClr val="dk1"/>
            </a:solidFill>
            <a:prstDash val="solid"/>
            <a:round/>
            <a:headEnd len="sm" w="sm" type="none"/>
            <a:tailEnd len="sm" w="sm" type="none"/>
          </a:ln>
        </p:spPr>
      </p:cxnSp>
      <p:cxnSp>
        <p:nvCxnSpPr>
          <p:cNvPr id="108" name="Google Shape;108;p2"/>
          <p:cNvCxnSpPr/>
          <p:nvPr/>
        </p:nvCxnSpPr>
        <p:spPr>
          <a:xfrm>
            <a:off x="7315200" y="800100"/>
            <a:ext cx="1066800" cy="0"/>
          </a:xfrm>
          <a:prstGeom prst="straightConnector1">
            <a:avLst/>
          </a:prstGeom>
          <a:noFill/>
          <a:ln cap="flat" cmpd="sng" w="9525">
            <a:solidFill>
              <a:schemeClr val="dk1"/>
            </a:solidFill>
            <a:prstDash val="solid"/>
            <a:round/>
            <a:headEnd len="sm" w="sm" type="none"/>
            <a:tailEnd len="sm" w="sm" type="none"/>
          </a:ln>
        </p:spPr>
      </p:cxnSp>
      <p:cxnSp>
        <p:nvCxnSpPr>
          <p:cNvPr id="109" name="Google Shape;109;p2"/>
          <p:cNvCxnSpPr/>
          <p:nvPr/>
        </p:nvCxnSpPr>
        <p:spPr>
          <a:xfrm>
            <a:off x="7315200" y="742950"/>
            <a:ext cx="1066800" cy="0"/>
          </a:xfrm>
          <a:prstGeom prst="straightConnector1">
            <a:avLst/>
          </a:prstGeom>
          <a:noFill/>
          <a:ln cap="flat" cmpd="sng" w="9525">
            <a:solidFill>
              <a:schemeClr val="dk1"/>
            </a:solidFill>
            <a:prstDash val="solid"/>
            <a:round/>
            <a:headEnd len="sm" w="sm" type="none"/>
            <a:tailEnd len="sm" w="sm" type="none"/>
          </a:ln>
        </p:spPr>
      </p:cxnSp>
      <p:cxnSp>
        <p:nvCxnSpPr>
          <p:cNvPr id="110" name="Google Shape;110;p2"/>
          <p:cNvCxnSpPr/>
          <p:nvPr/>
        </p:nvCxnSpPr>
        <p:spPr>
          <a:xfrm>
            <a:off x="7315200" y="685800"/>
            <a:ext cx="1066800" cy="0"/>
          </a:xfrm>
          <a:prstGeom prst="straightConnector1">
            <a:avLst/>
          </a:prstGeom>
          <a:noFill/>
          <a:ln cap="flat" cmpd="sng" w="9525">
            <a:solidFill>
              <a:schemeClr val="dk1"/>
            </a:solidFill>
            <a:prstDash val="solid"/>
            <a:round/>
            <a:headEnd len="sm" w="sm" type="none"/>
            <a:tailEnd len="sm" w="sm" type="none"/>
          </a:ln>
        </p:spPr>
      </p:cxnSp>
      <p:sp>
        <p:nvSpPr>
          <p:cNvPr id="111" name="Google Shape;111;p2"/>
          <p:cNvSpPr txBox="1"/>
          <p:nvPr/>
        </p:nvSpPr>
        <p:spPr>
          <a:xfrm>
            <a:off x="609600" y="1885950"/>
            <a:ext cx="7543800" cy="19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urier New"/>
              <a:buNone/>
            </a:pPr>
            <a:r>
              <a:rPr b="1" i="0" lang="es-AR" sz="2400" u="none" cap="none" strike="noStrike">
                <a:solidFill>
                  <a:schemeClr val="dk1"/>
                </a:solidFill>
                <a:latin typeface="Courier New"/>
                <a:ea typeface="Courier New"/>
                <a:cs typeface="Courier New"/>
                <a:sym typeface="Courier New"/>
              </a:rPr>
              <a:t>typedef unsigned int size_t;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FF3300"/>
              </a:buClr>
              <a:buSzPts val="2400"/>
              <a:buFont typeface="Courier New"/>
              <a:buNone/>
            </a:pP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malloc(size_t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FF3300"/>
              </a:buClr>
              <a:buSzPts val="2400"/>
              <a:buFont typeface="Courier New"/>
              <a:buNone/>
            </a:pP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calloc(size_t nobj, size_t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FF3300"/>
              </a:buClr>
              <a:buSzPts val="2400"/>
              <a:buFont typeface="Courier New"/>
              <a:buNone/>
            </a:pP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realloc(</a:t>
            </a: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p, size_t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400"/>
              <a:buFont typeface="Courier New"/>
              <a:buNone/>
            </a:pPr>
            <a:r>
              <a:rPr b="1" i="0" lang="es-AR" sz="2400" u="none" cap="none" strike="noStrike">
                <a:solidFill>
                  <a:schemeClr val="dk1"/>
                </a:solidFill>
                <a:latin typeface="Courier New"/>
                <a:ea typeface="Courier New"/>
                <a:cs typeface="Courier New"/>
                <a:sym typeface="Courier New"/>
              </a:rPr>
              <a:t>void free(</a:t>
            </a: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685800" y="95250"/>
            <a:ext cx="7772400" cy="514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1" lang="es-AR" sz="4000"/>
              <a:t>¿ Qué significa</a:t>
            </a:r>
            <a:r>
              <a:rPr b="1" lang="es-AR" sz="4600">
                <a:latin typeface="Courier New"/>
                <a:ea typeface="Courier New"/>
                <a:cs typeface="Courier New"/>
                <a:sym typeface="Courier New"/>
              </a:rPr>
              <a:t> void * </a:t>
            </a:r>
            <a:r>
              <a:rPr b="1" i="1" lang="es-AR" sz="4000"/>
              <a:t>?</a:t>
            </a:r>
            <a:endParaRPr/>
          </a:p>
        </p:txBody>
      </p:sp>
      <p:grpSp>
        <p:nvGrpSpPr>
          <p:cNvPr id="117" name="Google Shape;117;p3"/>
          <p:cNvGrpSpPr/>
          <p:nvPr/>
        </p:nvGrpSpPr>
        <p:grpSpPr>
          <a:xfrm>
            <a:off x="533400" y="869156"/>
            <a:ext cx="8305800" cy="1359694"/>
            <a:chOff x="432" y="1114"/>
            <a:chExt cx="5232" cy="1142"/>
          </a:xfrm>
        </p:grpSpPr>
        <p:sp>
          <p:nvSpPr>
            <p:cNvPr id="118" name="Google Shape;118;p3"/>
            <p:cNvSpPr txBox="1"/>
            <p:nvPr/>
          </p:nvSpPr>
          <p:spPr>
            <a:xfrm>
              <a:off x="432" y="1200"/>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80"/>
                </a:buClr>
                <a:buSzPts val="2400"/>
                <a:buFont typeface="Courier New"/>
                <a:buNone/>
              </a:pPr>
              <a:r>
                <a:rPr b="1" i="0" lang="es-AR" sz="2400" u="none" cap="none" strike="noStrike">
                  <a:solidFill>
                    <a:srgbClr val="800080"/>
                  </a:solidFill>
                  <a:latin typeface="Courier New"/>
                  <a:ea typeface="Courier New"/>
                  <a:cs typeface="Courier New"/>
                  <a:sym typeface="Courier New"/>
                </a:rPr>
                <a:t>int *</a:t>
              </a:r>
              <a:endParaRPr b="0" i="0" sz="2400" u="none" cap="none" strike="noStrike">
                <a:solidFill>
                  <a:srgbClr val="800080"/>
                </a:solidFill>
                <a:latin typeface="Courier New"/>
                <a:ea typeface="Courier New"/>
                <a:cs typeface="Courier New"/>
                <a:sym typeface="Courier New"/>
              </a:endParaRPr>
            </a:p>
          </p:txBody>
        </p:sp>
        <p:sp>
          <p:nvSpPr>
            <p:cNvPr id="119" name="Google Shape;119;p3"/>
            <p:cNvSpPr/>
            <p:nvPr/>
          </p:nvSpPr>
          <p:spPr>
            <a:xfrm>
              <a:off x="1344" y="1296"/>
              <a:ext cx="288" cy="144"/>
            </a:xfrm>
            <a:prstGeom prst="rightArrow">
              <a:avLst>
                <a:gd fmla="val 50000" name="adj1"/>
                <a:gd fmla="val 50000" name="adj2"/>
              </a:avLst>
            </a:prstGeom>
            <a:solidFill>
              <a:srgbClr val="CC99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20" name="Google Shape;120;p3"/>
            <p:cNvSpPr txBox="1"/>
            <p:nvPr/>
          </p:nvSpPr>
          <p:spPr>
            <a:xfrm>
              <a:off x="1731" y="1114"/>
              <a:ext cx="3885" cy="5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80"/>
                </a:buClr>
                <a:buSzPts val="2400"/>
                <a:buFont typeface="Comic Sans MS"/>
                <a:buNone/>
              </a:pPr>
              <a:r>
                <a:rPr b="0" i="0" lang="es-AR" sz="2400" u="none" cap="none" strike="noStrike">
                  <a:solidFill>
                    <a:srgbClr val="800080"/>
                  </a:solidFill>
                  <a:latin typeface="Comic Sans MS"/>
                  <a:ea typeface="Comic Sans MS"/>
                  <a:cs typeface="Comic Sans MS"/>
                  <a:sym typeface="Comic Sans MS"/>
                </a:rPr>
                <a:t>Es un tipo de dato que representa la dirección de un dato de tipo </a:t>
              </a:r>
              <a:r>
                <a:rPr b="0" i="1" lang="es-AR" sz="2400" u="none" cap="none" strike="noStrike">
                  <a:solidFill>
                    <a:srgbClr val="800080"/>
                  </a:solidFill>
                  <a:latin typeface="Comic Sans MS"/>
                  <a:ea typeface="Comic Sans MS"/>
                  <a:cs typeface="Comic Sans MS"/>
                  <a:sym typeface="Comic Sans MS"/>
                </a:rPr>
                <a:t>int</a:t>
              </a:r>
              <a:endParaRPr b="0" i="1" sz="2400" u="none" cap="none" strike="noStrike">
                <a:solidFill>
                  <a:srgbClr val="800080"/>
                </a:solidFill>
                <a:latin typeface="Comic Sans MS"/>
                <a:ea typeface="Comic Sans MS"/>
                <a:cs typeface="Comic Sans MS"/>
                <a:sym typeface="Comic Sans MS"/>
              </a:endParaRPr>
            </a:p>
          </p:txBody>
        </p:sp>
        <p:sp>
          <p:nvSpPr>
            <p:cNvPr id="121" name="Google Shape;121;p3"/>
            <p:cNvSpPr txBox="1"/>
            <p:nvPr/>
          </p:nvSpPr>
          <p:spPr>
            <a:xfrm>
              <a:off x="432" y="1800"/>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80"/>
                </a:buClr>
                <a:buSzPts val="2400"/>
                <a:buFont typeface="Courier New"/>
                <a:buNone/>
              </a:pPr>
              <a:r>
                <a:rPr b="1" i="0" lang="es-AR" sz="2400" u="none" cap="none" strike="noStrike">
                  <a:solidFill>
                    <a:srgbClr val="800080"/>
                  </a:solidFill>
                  <a:latin typeface="Courier New"/>
                  <a:ea typeface="Courier New"/>
                  <a:cs typeface="Courier New"/>
                  <a:sym typeface="Courier New"/>
                </a:rPr>
                <a:t>char *</a:t>
              </a:r>
              <a:endParaRPr b="0" i="0" sz="2400" u="none" cap="none" strike="noStrike">
                <a:solidFill>
                  <a:srgbClr val="800080"/>
                </a:solidFill>
                <a:latin typeface="Courier New"/>
                <a:ea typeface="Courier New"/>
                <a:cs typeface="Courier New"/>
                <a:sym typeface="Courier New"/>
              </a:endParaRPr>
            </a:p>
          </p:txBody>
        </p:sp>
        <p:sp>
          <p:nvSpPr>
            <p:cNvPr id="122" name="Google Shape;122;p3"/>
            <p:cNvSpPr/>
            <p:nvPr/>
          </p:nvSpPr>
          <p:spPr>
            <a:xfrm>
              <a:off x="1344" y="1920"/>
              <a:ext cx="288" cy="144"/>
            </a:xfrm>
            <a:prstGeom prst="rightArrow">
              <a:avLst>
                <a:gd fmla="val 50000" name="adj1"/>
                <a:gd fmla="val 50000" name="adj2"/>
              </a:avLst>
            </a:prstGeom>
            <a:solidFill>
              <a:srgbClr val="CC99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23" name="Google Shape;123;p3"/>
            <p:cNvSpPr txBox="1"/>
            <p:nvPr/>
          </p:nvSpPr>
          <p:spPr>
            <a:xfrm>
              <a:off x="1731" y="1738"/>
              <a:ext cx="3933" cy="5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80"/>
                </a:buClr>
                <a:buSzPts val="2400"/>
                <a:buFont typeface="Comic Sans MS"/>
                <a:buNone/>
              </a:pPr>
              <a:r>
                <a:rPr b="0" i="0" lang="es-AR" sz="2400" u="none" cap="none" strike="noStrike">
                  <a:solidFill>
                    <a:srgbClr val="800080"/>
                  </a:solidFill>
                  <a:latin typeface="Comic Sans MS"/>
                  <a:ea typeface="Comic Sans MS"/>
                  <a:cs typeface="Comic Sans MS"/>
                  <a:sym typeface="Comic Sans MS"/>
                </a:rPr>
                <a:t>Es un tipo de dato que representa la dirección de un dato de tipo </a:t>
              </a:r>
              <a:r>
                <a:rPr b="0" i="1" lang="es-AR" sz="2400" u="none" cap="none" strike="noStrike">
                  <a:solidFill>
                    <a:srgbClr val="800080"/>
                  </a:solidFill>
                  <a:latin typeface="Comic Sans MS"/>
                  <a:ea typeface="Comic Sans MS"/>
                  <a:cs typeface="Comic Sans MS"/>
                  <a:sym typeface="Comic Sans MS"/>
                </a:rPr>
                <a:t>char</a:t>
              </a:r>
              <a:endParaRPr b="0" i="1" sz="2400" u="none" cap="none" strike="noStrike">
                <a:solidFill>
                  <a:srgbClr val="800080"/>
                </a:solidFill>
                <a:latin typeface="Comic Sans MS"/>
                <a:ea typeface="Comic Sans MS"/>
                <a:cs typeface="Comic Sans MS"/>
                <a:sym typeface="Comic Sans MS"/>
              </a:endParaRPr>
            </a:p>
          </p:txBody>
        </p:sp>
      </p:grpSp>
      <p:grpSp>
        <p:nvGrpSpPr>
          <p:cNvPr id="124" name="Google Shape;124;p3"/>
          <p:cNvGrpSpPr/>
          <p:nvPr/>
        </p:nvGrpSpPr>
        <p:grpSpPr>
          <a:xfrm>
            <a:off x="533400" y="2457450"/>
            <a:ext cx="8229600" cy="616744"/>
            <a:chOff x="432" y="2448"/>
            <a:chExt cx="5184" cy="518"/>
          </a:xfrm>
        </p:grpSpPr>
        <p:sp>
          <p:nvSpPr>
            <p:cNvPr id="125" name="Google Shape;125;p3"/>
            <p:cNvSpPr txBox="1"/>
            <p:nvPr/>
          </p:nvSpPr>
          <p:spPr>
            <a:xfrm>
              <a:off x="432" y="2552"/>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80"/>
                </a:buClr>
                <a:buSzPts val="2400"/>
                <a:buFont typeface="Courier New"/>
                <a:buNone/>
              </a:pPr>
              <a:r>
                <a:rPr b="1" i="0" lang="es-AR" sz="2400" u="none" cap="none" strike="noStrike">
                  <a:solidFill>
                    <a:srgbClr val="800080"/>
                  </a:solidFill>
                  <a:latin typeface="Courier New"/>
                  <a:ea typeface="Courier New"/>
                  <a:cs typeface="Courier New"/>
                  <a:sym typeface="Courier New"/>
                </a:rPr>
                <a:t>void *</a:t>
              </a:r>
              <a:endParaRPr b="0" i="0" sz="2400" u="none" cap="none" strike="noStrike">
                <a:solidFill>
                  <a:srgbClr val="800080"/>
                </a:solidFill>
                <a:latin typeface="Courier New"/>
                <a:ea typeface="Courier New"/>
                <a:cs typeface="Courier New"/>
                <a:sym typeface="Courier New"/>
              </a:endParaRPr>
            </a:p>
          </p:txBody>
        </p:sp>
        <p:sp>
          <p:nvSpPr>
            <p:cNvPr id="126" name="Google Shape;126;p3"/>
            <p:cNvSpPr/>
            <p:nvPr/>
          </p:nvSpPr>
          <p:spPr>
            <a:xfrm>
              <a:off x="1344" y="2630"/>
              <a:ext cx="288" cy="144"/>
            </a:xfrm>
            <a:prstGeom prst="rightArrow">
              <a:avLst>
                <a:gd fmla="val 50000" name="adj1"/>
                <a:gd fmla="val 50000" name="adj2"/>
              </a:avLst>
            </a:prstGeom>
            <a:solidFill>
              <a:srgbClr val="CC99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27" name="Google Shape;127;p3"/>
            <p:cNvSpPr txBox="1"/>
            <p:nvPr/>
          </p:nvSpPr>
          <p:spPr>
            <a:xfrm>
              <a:off x="1731" y="2448"/>
              <a:ext cx="3885" cy="5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80"/>
                </a:buClr>
                <a:buSzPts val="2400"/>
                <a:buFont typeface="Comic Sans MS"/>
                <a:buNone/>
              </a:pPr>
              <a:r>
                <a:rPr b="0" i="0" lang="es-AR" sz="2400" u="none" cap="none" strike="noStrike">
                  <a:solidFill>
                    <a:srgbClr val="800080"/>
                  </a:solidFill>
                  <a:latin typeface="Comic Sans MS"/>
                  <a:ea typeface="Comic Sans MS"/>
                  <a:cs typeface="Comic Sans MS"/>
                  <a:sym typeface="Comic Sans MS"/>
                </a:rPr>
                <a:t>Es un tipo de dato que representa la dirección de un dato ...   ¿de qué tipo ?</a:t>
              </a:r>
              <a:endParaRPr b="0" i="0" sz="2400" u="none" cap="none" strike="noStrike">
                <a:solidFill>
                  <a:srgbClr val="800080"/>
                </a:solidFill>
                <a:latin typeface="Comic Sans MS"/>
                <a:ea typeface="Comic Sans MS"/>
                <a:cs typeface="Comic Sans MS"/>
                <a:sym typeface="Comic Sans MS"/>
              </a:endParaRPr>
            </a:p>
          </p:txBody>
        </p:sp>
      </p:grpSp>
      <p:sp>
        <p:nvSpPr>
          <p:cNvPr id="128" name="Google Shape;128;p3"/>
          <p:cNvSpPr txBox="1"/>
          <p:nvPr/>
        </p:nvSpPr>
        <p:spPr>
          <a:xfrm>
            <a:off x="685800" y="3371850"/>
            <a:ext cx="7467600" cy="1029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Comic Sans MS"/>
              <a:buNone/>
            </a:pPr>
            <a:r>
              <a:rPr b="1" i="0" lang="es-AR" sz="2800" u="none" cap="none" strike="noStrike">
                <a:solidFill>
                  <a:schemeClr val="dk1"/>
                </a:solidFill>
                <a:latin typeface="Comic Sans MS"/>
                <a:ea typeface="Comic Sans MS"/>
                <a:cs typeface="Comic Sans MS"/>
                <a:sym typeface="Comic Sans MS"/>
              </a:rPr>
              <a:t>Un puntero a void representa la dirección de memoria de </a:t>
            </a:r>
            <a:r>
              <a:rPr b="1" i="0" lang="es-AR" sz="2800" u="sng" cap="none" strike="noStrike">
                <a:solidFill>
                  <a:schemeClr val="dk1"/>
                </a:solidFill>
                <a:latin typeface="Comic Sans MS"/>
                <a:ea typeface="Comic Sans MS"/>
                <a:cs typeface="Comic Sans MS"/>
                <a:sym typeface="Comic Sans MS"/>
              </a:rPr>
              <a:t>cualquier</a:t>
            </a:r>
            <a:r>
              <a:rPr b="1" i="0" lang="es-AR" sz="2800" u="none" cap="none" strike="noStrike">
                <a:solidFill>
                  <a:schemeClr val="dk1"/>
                </a:solidFill>
                <a:latin typeface="Comic Sans MS"/>
                <a:ea typeface="Comic Sans MS"/>
                <a:cs typeface="Comic Sans MS"/>
                <a:sym typeface="Comic Sans MS"/>
              </a:rPr>
              <a:t> tipo de dato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Comic Sans MS"/>
              <a:buNone/>
            </a:pPr>
            <a:r>
              <a:rPr b="1" i="0" lang="es-AR" sz="2800" u="none" cap="none" strike="noStrike">
                <a:solidFill>
                  <a:schemeClr val="dk1"/>
                </a:solidFill>
                <a:latin typeface="Comic Sans MS"/>
                <a:ea typeface="Comic Sans MS"/>
                <a:cs typeface="Comic Sans MS"/>
                <a:sym typeface="Comic Sans MS"/>
              </a:rPr>
              <a:t>Es un </a:t>
            </a:r>
            <a:r>
              <a:rPr b="1" i="0" lang="es-AR" sz="2800" u="none" cap="none" strike="noStrike">
                <a:solidFill>
                  <a:schemeClr val="accent2"/>
                </a:solidFill>
                <a:latin typeface="Comic Sans MS"/>
                <a:ea typeface="Comic Sans MS"/>
                <a:cs typeface="Comic Sans MS"/>
                <a:sym typeface="Comic Sans MS"/>
              </a:rPr>
              <a:t>puntero genérico</a:t>
            </a:r>
            <a:endParaRPr b="1" i="0" sz="2800" u="none" cap="none" strike="noStrike">
              <a:solidFill>
                <a:schemeClr val="accent2"/>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500"/>
                                        <p:tgtEl>
                                          <p:spTgt spid="12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500"/>
                                        <p:tgtEl>
                                          <p:spTgt spid="128"/>
                                        </p:tgtEl>
                                        <p:attrNameLst>
                                          <p:attrName>ppt_w</p:attrName>
                                        </p:attrNameLst>
                                      </p:cBhvr>
                                      <p:tavLst>
                                        <p:tav fmla="" tm="0">
                                          <p:val>
                                            <p:strVal val="0"/>
                                          </p:val>
                                        </p:tav>
                                        <p:tav fmla="" tm="100000">
                                          <p:val>
                                            <p:strVal val="#ppt_w"/>
                                          </p:val>
                                        </p:tav>
                                      </p:tavLst>
                                    </p:anim>
                                    <p:anim calcmode="lin" valueType="num">
                                      <p:cBhvr additive="base">
                                        <p:cTn dur="500"/>
                                        <p:tgtEl>
                                          <p:spTgt spid="12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p:nvPr/>
        </p:nvSpPr>
        <p:spPr>
          <a:xfrm>
            <a:off x="533400" y="857250"/>
            <a:ext cx="7848600" cy="3429000"/>
          </a:xfrm>
          <a:prstGeom prst="roundRect">
            <a:avLst>
              <a:gd fmla="val 3546"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34" name="Google Shape;134;p4"/>
          <p:cNvSpPr txBox="1"/>
          <p:nvPr/>
        </p:nvSpPr>
        <p:spPr>
          <a:xfrm>
            <a:off x="633413" y="971550"/>
            <a:ext cx="7367700" cy="2986200"/>
          </a:xfrm>
          <a:prstGeom prst="rect">
            <a:avLst/>
          </a:prstGeom>
          <a:noFill/>
          <a:ln>
            <a:noFill/>
          </a:ln>
        </p:spPr>
        <p:txBody>
          <a:bodyPr anchorCtr="0" anchor="t" bIns="45700" lIns="91425" spcFirstLastPara="1" rIns="91425" wrap="square" tIns="45700">
            <a:spAutoFit/>
          </a:bodyPr>
          <a:lstStyle/>
          <a:p>
            <a:pPr indent="0" lvl="0" marL="0" marR="0" rtl="0" algn="just">
              <a:lnSpc>
                <a:spcPct val="80000"/>
              </a:lnSpc>
              <a:spcBef>
                <a:spcPts val="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int num = 6;</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double  valor =</a:t>
            </a:r>
            <a:r>
              <a:rPr b="1" i="0" lang="es-AR" sz="1000" u="none" cap="none" strike="noStrike">
                <a:solidFill>
                  <a:schemeClr val="dk1"/>
                </a:solidFill>
                <a:latin typeface="Courier New"/>
                <a:ea typeface="Courier New"/>
                <a:cs typeface="Courier New"/>
                <a:sym typeface="Courier New"/>
              </a:rPr>
              <a:t> </a:t>
            </a:r>
            <a:r>
              <a:rPr b="1" i="0" lang="es-AR" sz="2000" u="none" cap="none" strike="noStrike">
                <a:solidFill>
                  <a:schemeClr val="dk1"/>
                </a:solidFill>
                <a:latin typeface="Courier New"/>
                <a:ea typeface="Courier New"/>
                <a:cs typeface="Courier New"/>
                <a:sym typeface="Courier New"/>
              </a:rPr>
              <a:t>8.4;</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int * pint = &amp;num;</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float * pfloat;</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void * p;</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Times New Roman"/>
              <a:buNone/>
            </a:pPr>
            <a:r>
              <a:t/>
            </a:r>
            <a:endParaRPr b="1" i="0" sz="2000" u="none" cap="none" strike="noStrike">
              <a:solidFill>
                <a:schemeClr val="dk1"/>
              </a:solidFill>
              <a:latin typeface="Courier New"/>
              <a:ea typeface="Courier New"/>
              <a:cs typeface="Courier New"/>
              <a:sym typeface="Courier New"/>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p = &amp;num;</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p = &amp;valor;</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p = pint;</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Times New Roman"/>
              <a:buNone/>
            </a:pPr>
            <a:r>
              <a:t/>
            </a:r>
            <a:endParaRPr b="1" i="0" sz="2000" u="none" cap="none" strike="noStrike">
              <a:solidFill>
                <a:schemeClr val="dk1"/>
              </a:solidFill>
              <a:latin typeface="Courier New"/>
              <a:ea typeface="Courier New"/>
              <a:cs typeface="Courier New"/>
              <a:sym typeface="Courier New"/>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pint = p;</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pfloat = p;</a:t>
            </a:r>
            <a:endParaRPr b="0" i="0" sz="1400" u="none" cap="none" strike="noStrike">
              <a:solidFill>
                <a:srgbClr val="000000"/>
              </a:solidFill>
              <a:latin typeface="Arial"/>
              <a:ea typeface="Arial"/>
              <a:cs typeface="Arial"/>
              <a:sym typeface="Arial"/>
            </a:endParaRPr>
          </a:p>
        </p:txBody>
      </p:sp>
      <p:sp>
        <p:nvSpPr>
          <p:cNvPr id="135" name="Google Shape;135;p4"/>
          <p:cNvSpPr txBox="1"/>
          <p:nvPr/>
        </p:nvSpPr>
        <p:spPr>
          <a:xfrm>
            <a:off x="457200" y="296466"/>
            <a:ext cx="2438400" cy="38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i="1" lang="es-AR" sz="2800" u="none" cap="none" strike="noStrike">
                <a:solidFill>
                  <a:schemeClr val="dk1"/>
                </a:solidFill>
                <a:latin typeface="Times New Roman"/>
                <a:ea typeface="Times New Roman"/>
                <a:cs typeface="Times New Roman"/>
                <a:sym typeface="Times New Roman"/>
              </a:rPr>
              <a:t>Ejemplo:</a:t>
            </a:r>
            <a:endParaRPr b="1" i="1" sz="2800" u="none" cap="none" strike="noStrike">
              <a:solidFill>
                <a:schemeClr val="dk1"/>
              </a:solidFill>
              <a:latin typeface="Times New Roman"/>
              <a:ea typeface="Times New Roman"/>
              <a:cs typeface="Times New Roman"/>
              <a:sym typeface="Times New Roman"/>
            </a:endParaRPr>
          </a:p>
        </p:txBody>
      </p:sp>
      <p:grpSp>
        <p:nvGrpSpPr>
          <p:cNvPr id="136" name="Google Shape;136;p4"/>
          <p:cNvGrpSpPr/>
          <p:nvPr/>
        </p:nvGrpSpPr>
        <p:grpSpPr>
          <a:xfrm>
            <a:off x="3962400" y="1549003"/>
            <a:ext cx="4343400" cy="1194197"/>
            <a:chOff x="2688" y="725"/>
            <a:chExt cx="2448" cy="1003"/>
          </a:xfrm>
        </p:grpSpPr>
        <p:sp>
          <p:nvSpPr>
            <p:cNvPr id="137" name="Google Shape;137;p4"/>
            <p:cNvSpPr/>
            <p:nvPr/>
          </p:nvSpPr>
          <p:spPr>
            <a:xfrm>
              <a:off x="2688" y="768"/>
              <a:ext cx="2448" cy="960"/>
            </a:xfrm>
            <a:prstGeom prst="roundRect">
              <a:avLst>
                <a:gd fmla="val 5926" name="adj"/>
              </a:avLst>
            </a:prstGeom>
            <a:solidFill>
              <a:srgbClr val="FFCC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38" name="Google Shape;138;p4"/>
            <p:cNvSpPr txBox="1"/>
            <p:nvPr/>
          </p:nvSpPr>
          <p:spPr>
            <a:xfrm>
              <a:off x="2736" y="725"/>
              <a:ext cx="2400" cy="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omic Sans MS"/>
                <a:buNone/>
              </a:pPr>
              <a:r>
                <a:rPr b="0" i="0" lang="es-AR" sz="2400" u="none" cap="none" strike="noStrike">
                  <a:solidFill>
                    <a:schemeClr val="dk1"/>
                  </a:solidFill>
                  <a:latin typeface="Comic Sans MS"/>
                  <a:ea typeface="Comic Sans MS"/>
                  <a:cs typeface="Comic Sans MS"/>
                  <a:sym typeface="Comic Sans MS"/>
                </a:rPr>
                <a:t>A un puntero genérico se le puede asignar el valor de cualquier tipo de puntero</a:t>
              </a:r>
              <a:endParaRPr b="0" i="0" sz="2400" u="none" cap="none" strike="noStrike">
                <a:solidFill>
                  <a:schemeClr val="dk1"/>
                </a:solidFill>
                <a:latin typeface="Courier New"/>
                <a:ea typeface="Courier New"/>
                <a:cs typeface="Courier New"/>
                <a:sym typeface="Courier New"/>
              </a:endParaRPr>
            </a:p>
          </p:txBody>
        </p:sp>
      </p:grpSp>
      <p:sp>
        <p:nvSpPr>
          <p:cNvPr id="139" name="Google Shape;139;p4"/>
          <p:cNvSpPr/>
          <p:nvPr/>
        </p:nvSpPr>
        <p:spPr>
          <a:xfrm>
            <a:off x="2621550" y="2511925"/>
            <a:ext cx="1066800" cy="342900"/>
          </a:xfrm>
          <a:prstGeom prst="leftArrow">
            <a:avLst>
              <a:gd fmla="val 50000" name="adj1"/>
              <a:gd fmla="val 58333" name="adj2"/>
            </a:avLst>
          </a:prstGeom>
          <a:solidFill>
            <a:srgbClr val="FFCC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grpSp>
        <p:nvGrpSpPr>
          <p:cNvPr id="140" name="Google Shape;140;p4"/>
          <p:cNvGrpSpPr/>
          <p:nvPr/>
        </p:nvGrpSpPr>
        <p:grpSpPr>
          <a:xfrm>
            <a:off x="3975100" y="3269450"/>
            <a:ext cx="4330700" cy="1428750"/>
            <a:chOff x="2688" y="922"/>
            <a:chExt cx="2448" cy="1200"/>
          </a:xfrm>
        </p:grpSpPr>
        <p:sp>
          <p:nvSpPr>
            <p:cNvPr id="141" name="Google Shape;141;p4"/>
            <p:cNvSpPr/>
            <p:nvPr/>
          </p:nvSpPr>
          <p:spPr>
            <a:xfrm>
              <a:off x="2688" y="922"/>
              <a:ext cx="2400" cy="1200"/>
            </a:xfrm>
            <a:prstGeom prst="roundRect">
              <a:avLst>
                <a:gd fmla="val 5926" name="adj"/>
              </a:avLst>
            </a:prstGeom>
            <a:solidFill>
              <a:srgbClr val="FFCC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42" name="Google Shape;142;p4"/>
            <p:cNvSpPr txBox="1"/>
            <p:nvPr/>
          </p:nvSpPr>
          <p:spPr>
            <a:xfrm>
              <a:off x="2736" y="922"/>
              <a:ext cx="2400" cy="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Comic Sans MS"/>
                <a:buNone/>
              </a:pPr>
              <a:r>
                <a:rPr b="0" i="0" lang="es-AR" sz="2400" u="none" cap="none" strike="noStrike">
                  <a:solidFill>
                    <a:schemeClr val="dk1"/>
                  </a:solidFill>
                  <a:latin typeface="Comic Sans MS"/>
                  <a:ea typeface="Comic Sans MS"/>
                  <a:cs typeface="Comic Sans MS"/>
                  <a:sym typeface="Comic Sans MS"/>
                </a:rPr>
                <a:t>Un puntero genérico puede ser asignado a  cualquier tipo de puntero</a:t>
              </a:r>
              <a:endParaRPr b="0" i="0" sz="2400" u="none" cap="none" strike="noStrike">
                <a:solidFill>
                  <a:schemeClr val="dk1"/>
                </a:solidFill>
                <a:latin typeface="Courier New"/>
                <a:ea typeface="Courier New"/>
                <a:cs typeface="Courier New"/>
                <a:sym typeface="Courier New"/>
              </a:endParaRPr>
            </a:p>
          </p:txBody>
        </p:sp>
      </p:grpSp>
      <p:sp>
        <p:nvSpPr>
          <p:cNvPr id="143" name="Google Shape;143;p4"/>
          <p:cNvSpPr/>
          <p:nvPr/>
        </p:nvSpPr>
        <p:spPr>
          <a:xfrm>
            <a:off x="2667000" y="3543300"/>
            <a:ext cx="1066800" cy="342900"/>
          </a:xfrm>
          <a:prstGeom prst="leftArrow">
            <a:avLst>
              <a:gd fmla="val 50000" name="adj1"/>
              <a:gd fmla="val 58333" name="adj2"/>
            </a:avLst>
          </a:prstGeom>
          <a:solidFill>
            <a:srgbClr val="FFCC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nvSpPr>
        <p:spPr>
          <a:xfrm>
            <a:off x="381000" y="228600"/>
            <a:ext cx="24384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Times New Roman"/>
              <a:buNone/>
            </a:pPr>
            <a:r>
              <a:rPr b="1" i="1" lang="es-AR" sz="2600" u="none" cap="none" strike="noStrike">
                <a:solidFill>
                  <a:schemeClr val="dk1"/>
                </a:solidFill>
                <a:latin typeface="Times New Roman"/>
                <a:ea typeface="Times New Roman"/>
                <a:cs typeface="Times New Roman"/>
                <a:sym typeface="Times New Roman"/>
              </a:rPr>
              <a:t>Ejemplo:</a:t>
            </a:r>
            <a:endParaRPr b="1" i="1" sz="2600" u="none" cap="none" strike="noStrike">
              <a:solidFill>
                <a:schemeClr val="dk1"/>
              </a:solidFill>
              <a:latin typeface="Times New Roman"/>
              <a:ea typeface="Times New Roman"/>
              <a:cs typeface="Times New Roman"/>
              <a:sym typeface="Times New Roman"/>
            </a:endParaRPr>
          </a:p>
        </p:txBody>
      </p:sp>
      <p:grpSp>
        <p:nvGrpSpPr>
          <p:cNvPr id="149" name="Google Shape;149;p5"/>
          <p:cNvGrpSpPr/>
          <p:nvPr/>
        </p:nvGrpSpPr>
        <p:grpSpPr>
          <a:xfrm>
            <a:off x="381000" y="800100"/>
            <a:ext cx="8001000" cy="2768037"/>
            <a:chOff x="240" y="2160"/>
            <a:chExt cx="5040" cy="1680"/>
          </a:xfrm>
        </p:grpSpPr>
        <p:sp>
          <p:nvSpPr>
            <p:cNvPr id="150" name="Google Shape;150;p5"/>
            <p:cNvSpPr/>
            <p:nvPr/>
          </p:nvSpPr>
          <p:spPr>
            <a:xfrm>
              <a:off x="240" y="2160"/>
              <a:ext cx="5040" cy="1680"/>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51" name="Google Shape;151;p5"/>
            <p:cNvSpPr txBox="1"/>
            <p:nvPr/>
          </p:nvSpPr>
          <p:spPr>
            <a:xfrm>
              <a:off x="303" y="2220"/>
              <a:ext cx="4641" cy="1524"/>
            </a:xfrm>
            <a:prstGeom prst="rect">
              <a:avLst/>
            </a:prstGeom>
            <a:noFill/>
            <a:ln>
              <a:noFill/>
            </a:ln>
          </p:spPr>
          <p:txBody>
            <a:bodyPr anchorCtr="0" anchor="t" bIns="45700" lIns="91425" spcFirstLastPara="1" rIns="91425" wrap="square" tIns="45700">
              <a:spAutoFit/>
            </a:bodyPr>
            <a:lstStyle/>
            <a:p>
              <a:pPr indent="0" lvl="0" marL="0" marR="0" rtl="0" algn="just">
                <a:lnSpc>
                  <a:spcPct val="80000"/>
                </a:lnSpc>
                <a:spcBef>
                  <a:spcPts val="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int num1 = 6, num2;</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int * pint;</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void * p;</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Times New Roman"/>
                <a:buNone/>
              </a:pPr>
              <a:r>
                <a:t/>
              </a:r>
              <a:endParaRPr b="1" i="0" sz="2000" u="none" cap="none" strike="noStrike">
                <a:solidFill>
                  <a:schemeClr val="dk1"/>
                </a:solidFill>
                <a:latin typeface="Courier New"/>
                <a:ea typeface="Courier New"/>
                <a:cs typeface="Courier New"/>
                <a:sym typeface="Courier New"/>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pint = &amp;num1;</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num2 = *pint;</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Times New Roman"/>
                <a:buNone/>
              </a:pPr>
              <a:r>
                <a:t/>
              </a:r>
              <a:endParaRPr b="1" i="0" sz="2000" u="none" cap="none" strike="noStrike">
                <a:solidFill>
                  <a:schemeClr val="dk1"/>
                </a:solidFill>
                <a:latin typeface="Courier New"/>
                <a:ea typeface="Courier New"/>
                <a:cs typeface="Courier New"/>
                <a:sym typeface="Courier New"/>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p = &amp;num1;</a:t>
              </a:r>
              <a:endParaRPr b="0" i="0" sz="1400" u="none" cap="none" strike="noStrike">
                <a:solidFill>
                  <a:srgbClr val="000000"/>
                </a:solidFill>
                <a:latin typeface="Arial"/>
                <a:ea typeface="Arial"/>
                <a:cs typeface="Arial"/>
                <a:sym typeface="Arial"/>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num2 = *p;</a:t>
              </a:r>
              <a:endParaRPr b="0" i="0" sz="1400" u="none" cap="none" strike="noStrike">
                <a:solidFill>
                  <a:srgbClr val="000000"/>
                </a:solidFill>
                <a:latin typeface="Arial"/>
                <a:ea typeface="Arial"/>
                <a:cs typeface="Arial"/>
                <a:sym typeface="Arial"/>
              </a:endParaRPr>
            </a:p>
          </p:txBody>
        </p:sp>
      </p:grpSp>
      <p:grpSp>
        <p:nvGrpSpPr>
          <p:cNvPr id="152" name="Google Shape;152;p5"/>
          <p:cNvGrpSpPr/>
          <p:nvPr/>
        </p:nvGrpSpPr>
        <p:grpSpPr>
          <a:xfrm>
            <a:off x="2895600" y="2076450"/>
            <a:ext cx="3886200" cy="342900"/>
            <a:chOff x="1680" y="2976"/>
            <a:chExt cx="2448" cy="288"/>
          </a:xfrm>
        </p:grpSpPr>
        <p:sp>
          <p:nvSpPr>
            <p:cNvPr id="153" name="Google Shape;153;p5"/>
            <p:cNvSpPr/>
            <p:nvPr/>
          </p:nvSpPr>
          <p:spPr>
            <a:xfrm>
              <a:off x="1680" y="3024"/>
              <a:ext cx="1440" cy="240"/>
            </a:xfrm>
            <a:prstGeom prst="leftArrow">
              <a:avLst>
                <a:gd fmla="val 50000" name="adj1"/>
                <a:gd fmla="val 150000" name="adj2"/>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54" name="Google Shape;154;p5"/>
            <p:cNvSpPr txBox="1"/>
            <p:nvPr/>
          </p:nvSpPr>
          <p:spPr>
            <a:xfrm>
              <a:off x="3168" y="2976"/>
              <a:ext cx="960"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Comic Sans MS"/>
                <a:buNone/>
              </a:pPr>
              <a:r>
                <a:rPr b="0" i="0" lang="es-AR" sz="2400" u="none" cap="none" strike="noStrike">
                  <a:solidFill>
                    <a:srgbClr val="FF3300"/>
                  </a:solidFill>
                  <a:latin typeface="Comic Sans MS"/>
                  <a:ea typeface="Comic Sans MS"/>
                  <a:cs typeface="Comic Sans MS"/>
                  <a:sym typeface="Comic Sans MS"/>
                </a:rPr>
                <a:t>Correcto</a:t>
              </a:r>
              <a:endParaRPr b="0" i="0" sz="2400" u="none" cap="none" strike="noStrike">
                <a:solidFill>
                  <a:srgbClr val="FF3300"/>
                </a:solidFill>
                <a:latin typeface="Comic Sans MS"/>
                <a:ea typeface="Comic Sans MS"/>
                <a:cs typeface="Comic Sans MS"/>
                <a:sym typeface="Comic Sans MS"/>
              </a:endParaRPr>
            </a:p>
          </p:txBody>
        </p:sp>
      </p:grpSp>
      <p:grpSp>
        <p:nvGrpSpPr>
          <p:cNvPr id="155" name="Google Shape;155;p5"/>
          <p:cNvGrpSpPr/>
          <p:nvPr/>
        </p:nvGrpSpPr>
        <p:grpSpPr>
          <a:xfrm>
            <a:off x="2286000" y="2821781"/>
            <a:ext cx="4191000" cy="342900"/>
            <a:chOff x="1344" y="3474"/>
            <a:chExt cx="2640" cy="288"/>
          </a:xfrm>
        </p:grpSpPr>
        <p:sp>
          <p:nvSpPr>
            <p:cNvPr id="156" name="Google Shape;156;p5"/>
            <p:cNvSpPr/>
            <p:nvPr/>
          </p:nvSpPr>
          <p:spPr>
            <a:xfrm>
              <a:off x="1344" y="3522"/>
              <a:ext cx="1440" cy="240"/>
            </a:xfrm>
            <a:prstGeom prst="leftArrow">
              <a:avLst>
                <a:gd fmla="val 50000" name="adj1"/>
                <a:gd fmla="val 150000" name="adj2"/>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57" name="Google Shape;157;p5"/>
            <p:cNvSpPr txBox="1"/>
            <p:nvPr/>
          </p:nvSpPr>
          <p:spPr>
            <a:xfrm>
              <a:off x="2832" y="3474"/>
              <a:ext cx="115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Comic Sans MS"/>
                <a:buNone/>
              </a:pPr>
              <a:r>
                <a:rPr b="0" i="0" lang="es-AR" sz="2400" u="none" cap="none" strike="noStrike">
                  <a:solidFill>
                    <a:srgbClr val="FF3300"/>
                  </a:solidFill>
                  <a:latin typeface="Comic Sans MS"/>
                  <a:ea typeface="Comic Sans MS"/>
                  <a:cs typeface="Comic Sans MS"/>
                  <a:sym typeface="Comic Sans MS"/>
                </a:rPr>
                <a:t>Incorrecto</a:t>
              </a:r>
              <a:endParaRPr b="0" i="0" sz="2400" u="none" cap="none" strike="noStrike">
                <a:solidFill>
                  <a:srgbClr val="FF3300"/>
                </a:solidFill>
                <a:latin typeface="Comic Sans MS"/>
                <a:ea typeface="Comic Sans MS"/>
                <a:cs typeface="Comic Sans MS"/>
                <a:sym typeface="Comic Sans MS"/>
              </a:endParaRPr>
            </a:p>
          </p:txBody>
        </p:sp>
      </p:grpSp>
      <p:sp>
        <p:nvSpPr>
          <p:cNvPr id="158" name="Google Shape;158;p5"/>
          <p:cNvSpPr/>
          <p:nvPr/>
        </p:nvSpPr>
        <p:spPr>
          <a:xfrm>
            <a:off x="886700" y="3797875"/>
            <a:ext cx="6781815" cy="971550"/>
          </a:xfrm>
          <a:prstGeom prst="rect">
            <a:avLst/>
          </a:prstGeom>
        </p:spPr>
        <p:txBody>
          <a:bodyPr>
            <a:prstTxWarp prst="textPlain"/>
          </a:bodyPr>
          <a:lstStyle/>
          <a:p>
            <a:pPr lvl="0" algn="ctr"/>
            <a:r>
              <a:rPr b="0" i="0">
                <a:ln cap="flat" cmpd="sng" w="19050">
                  <a:solidFill>
                    <a:srgbClr val="99CCFF"/>
                  </a:solidFill>
                  <a:prstDash val="solid"/>
                  <a:round/>
                  <a:headEnd len="sm" w="sm" type="none"/>
                  <a:tailEnd len="sm" w="sm" type="none"/>
                </a:ln>
                <a:solidFill>
                  <a:srgbClr val="0066CC"/>
                </a:solidFill>
                <a:latin typeface="Impact"/>
              </a:rPr>
              <a:t>¿ Por qué un puntero a void NO </a:t>
            </a:r>
            <a:br>
              <a:rPr b="0" i="0">
                <a:ln cap="flat" cmpd="sng" w="19050">
                  <a:solidFill>
                    <a:srgbClr val="99CCFF"/>
                  </a:solidFill>
                  <a:prstDash val="solid"/>
                  <a:round/>
                  <a:headEnd len="sm" w="sm" type="none"/>
                  <a:tailEnd len="sm" w="sm" type="none"/>
                </a:ln>
                <a:solidFill>
                  <a:srgbClr val="0066CC"/>
                </a:solidFill>
                <a:latin typeface="Impact"/>
              </a:rPr>
            </a:br>
            <a:r>
              <a:rPr b="0" i="0">
                <a:ln cap="flat" cmpd="sng" w="19050">
                  <a:solidFill>
                    <a:srgbClr val="99CCFF"/>
                  </a:solidFill>
                  <a:prstDash val="solid"/>
                  <a:round/>
                  <a:headEnd len="sm" w="sm" type="none"/>
                  <a:tailEnd len="sm" w="sm" type="none"/>
                </a:ln>
                <a:solidFill>
                  <a:srgbClr val="0066CC"/>
                </a:solidFill>
                <a:latin typeface="Impact"/>
              </a:rPr>
              <a:t>puede ser desreferenciado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52"/>
                                        </p:tgtEl>
                                        <p:attrNameLst>
                                          <p:attrName>style.visibility</p:attrName>
                                        </p:attrNameLst>
                                      </p:cBhvr>
                                      <p:to>
                                        <p:strVal val="visible"/>
                                      </p:to>
                                    </p:set>
                                    <p:anim calcmode="lin" valueType="num">
                                      <p:cBhvr additive="base">
                                        <p:cTn dur="500"/>
                                        <p:tgtEl>
                                          <p:spTgt spid="15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
                                        </p:tgtEl>
                                        <p:attrNameLst>
                                          <p:attrName>style.visibility</p:attrName>
                                        </p:attrNameLst>
                                      </p:cBhvr>
                                      <p:to>
                                        <p:strVal val="visible"/>
                                      </p:to>
                                    </p:set>
                                    <p:anim calcmode="lin" valueType="num">
                                      <p:cBhvr additive="base">
                                        <p:cTn dur="500"/>
                                        <p:tgtEl>
                                          <p:spTgt spid="15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6"/>
          <p:cNvSpPr/>
          <p:nvPr/>
        </p:nvSpPr>
        <p:spPr>
          <a:xfrm>
            <a:off x="533400" y="1092994"/>
            <a:ext cx="7696200" cy="1878900"/>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64" name="Google Shape;164;p6"/>
          <p:cNvSpPr txBox="1"/>
          <p:nvPr/>
        </p:nvSpPr>
        <p:spPr>
          <a:xfrm>
            <a:off x="633413" y="1132285"/>
            <a:ext cx="7367700" cy="1431000"/>
          </a:xfrm>
          <a:prstGeom prst="rect">
            <a:avLst/>
          </a:prstGeom>
          <a:noFill/>
          <a:ln>
            <a:noFill/>
          </a:ln>
        </p:spPr>
        <p:txBody>
          <a:bodyPr anchorCtr="0" anchor="t" bIns="45700" lIns="91425" spcFirstLastPara="1" rIns="91425" wrap="square" tIns="45700">
            <a:spAutoFit/>
          </a:bodyPr>
          <a:lstStyle/>
          <a:p>
            <a:pPr indent="0" lvl="0" marL="0" marR="0" rtl="0" algn="just">
              <a:lnSpc>
                <a:spcPct val="80000"/>
              </a:lnSpc>
              <a:spcBef>
                <a:spcPts val="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void </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asignaCeros (void * dir, int cant)</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	for (int i=0; i&lt;cant; i++)</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		*(dir + i)= 0;</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	return;		</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a:t>
            </a:r>
            <a:endParaRPr b="0" i="0" sz="1400" u="none" cap="none" strike="noStrike">
              <a:solidFill>
                <a:srgbClr val="000000"/>
              </a:solidFill>
              <a:latin typeface="Consolas"/>
              <a:ea typeface="Consolas"/>
              <a:cs typeface="Consolas"/>
              <a:sym typeface="Consolas"/>
            </a:endParaRPr>
          </a:p>
        </p:txBody>
      </p:sp>
      <p:sp>
        <p:nvSpPr>
          <p:cNvPr id="165" name="Google Shape;165;p6"/>
          <p:cNvSpPr txBox="1"/>
          <p:nvPr/>
        </p:nvSpPr>
        <p:spPr>
          <a:xfrm>
            <a:off x="110825" y="45350"/>
            <a:ext cx="24384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Times New Roman"/>
              <a:buNone/>
            </a:pPr>
            <a:r>
              <a:rPr b="1" i="1" lang="es-AR" sz="2600" u="none" cap="none" strike="noStrike">
                <a:solidFill>
                  <a:schemeClr val="dk1"/>
                </a:solidFill>
                <a:latin typeface="Times New Roman"/>
                <a:ea typeface="Times New Roman"/>
                <a:cs typeface="Times New Roman"/>
                <a:sym typeface="Times New Roman"/>
              </a:rPr>
              <a:t>Ejemplo:</a:t>
            </a:r>
            <a:endParaRPr b="1" i="1" sz="2600" u="none" cap="none" strike="noStrike">
              <a:solidFill>
                <a:schemeClr val="dk1"/>
              </a:solidFill>
              <a:latin typeface="Times New Roman"/>
              <a:ea typeface="Times New Roman"/>
              <a:cs typeface="Times New Roman"/>
              <a:sym typeface="Times New Roman"/>
            </a:endParaRPr>
          </a:p>
        </p:txBody>
      </p:sp>
      <p:sp>
        <p:nvSpPr>
          <p:cNvPr id="166" name="Google Shape;166;p6"/>
          <p:cNvSpPr txBox="1"/>
          <p:nvPr/>
        </p:nvSpPr>
        <p:spPr>
          <a:xfrm>
            <a:off x="6629400" y="1943100"/>
            <a:ext cx="685800" cy="75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6000"/>
              <a:buFont typeface="Courier New"/>
              <a:buNone/>
            </a:pPr>
            <a:r>
              <a:rPr b="0" i="0" lang="es-AR" sz="6000" u="none" cap="none" strike="noStrike">
                <a:solidFill>
                  <a:srgbClr val="FF3300"/>
                </a:solidFill>
                <a:latin typeface="Courier New"/>
                <a:ea typeface="Courier New"/>
                <a:cs typeface="Courier New"/>
                <a:sym typeface="Courier New"/>
              </a:rPr>
              <a:t>☒</a:t>
            </a:r>
            <a:endParaRPr b="0" i="0" sz="6000" u="none" cap="none" strike="noStrike">
              <a:solidFill>
                <a:srgbClr val="FF3300"/>
              </a:solidFill>
              <a:latin typeface="Courier New"/>
              <a:ea typeface="Courier New"/>
              <a:cs typeface="Courier New"/>
              <a:sym typeface="Courier New"/>
            </a:endParaRPr>
          </a:p>
        </p:txBody>
      </p:sp>
      <p:sp>
        <p:nvSpPr>
          <p:cNvPr id="167" name="Google Shape;167;p6"/>
          <p:cNvSpPr txBox="1"/>
          <p:nvPr/>
        </p:nvSpPr>
        <p:spPr>
          <a:xfrm>
            <a:off x="578425" y="110631"/>
            <a:ext cx="8153400" cy="61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s-AR" sz="2400" u="none" cap="none" strike="noStrike">
                <a:solidFill>
                  <a:schemeClr val="dk1"/>
                </a:solidFill>
                <a:latin typeface="Times New Roman"/>
                <a:ea typeface="Times New Roman"/>
                <a:cs typeface="Times New Roman"/>
                <a:sym typeface="Times New Roman"/>
              </a:rPr>
              <a:t>	      Escribimos una función que coloca “cant” bytes en cero en la memoria a partir de cierta dirección.</a:t>
            </a:r>
            <a:endParaRPr b="0" i="0" sz="2400" u="none" cap="none" strike="noStrike">
              <a:solidFill>
                <a:schemeClr val="dk1"/>
              </a:solidFill>
              <a:latin typeface="Times New Roman"/>
              <a:ea typeface="Times New Roman"/>
              <a:cs typeface="Times New Roman"/>
              <a:sym typeface="Times New Roman"/>
            </a:endParaRPr>
          </a:p>
        </p:txBody>
      </p:sp>
      <p:grpSp>
        <p:nvGrpSpPr>
          <p:cNvPr id="168" name="Google Shape;168;p6"/>
          <p:cNvGrpSpPr/>
          <p:nvPr/>
        </p:nvGrpSpPr>
        <p:grpSpPr>
          <a:xfrm>
            <a:off x="533400" y="3093244"/>
            <a:ext cx="7696200" cy="1878806"/>
            <a:chOff x="336" y="2598"/>
            <a:chExt cx="4848" cy="1578"/>
          </a:xfrm>
        </p:grpSpPr>
        <p:sp>
          <p:nvSpPr>
            <p:cNvPr id="169" name="Google Shape;169;p6"/>
            <p:cNvSpPr/>
            <p:nvPr/>
          </p:nvSpPr>
          <p:spPr>
            <a:xfrm>
              <a:off x="336" y="2598"/>
              <a:ext cx="4848" cy="1578"/>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70" name="Google Shape;170;p6"/>
            <p:cNvSpPr txBox="1"/>
            <p:nvPr/>
          </p:nvSpPr>
          <p:spPr>
            <a:xfrm>
              <a:off x="399" y="2631"/>
              <a:ext cx="4641" cy="1202"/>
            </a:xfrm>
            <a:prstGeom prst="rect">
              <a:avLst/>
            </a:prstGeom>
            <a:noFill/>
            <a:ln>
              <a:noFill/>
            </a:ln>
          </p:spPr>
          <p:txBody>
            <a:bodyPr anchorCtr="0" anchor="t" bIns="45700" lIns="91425" spcFirstLastPara="1" rIns="91425" wrap="square" tIns="45700">
              <a:spAutoFit/>
            </a:bodyPr>
            <a:lstStyle/>
            <a:p>
              <a:pPr indent="0" lvl="0" marL="0" marR="0" rtl="0" algn="just">
                <a:lnSpc>
                  <a:spcPct val="80000"/>
                </a:lnSpc>
                <a:spcBef>
                  <a:spcPts val="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void </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asignaCeros (void * dir, int cant)</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	for (int i=0; i&lt;cant; i++)</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		*((char *)dir + i) = 0;</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	return;		</a:t>
              </a:r>
              <a:endParaRPr b="0" i="0" sz="14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2000" u="none" cap="none" strike="noStrike">
                  <a:solidFill>
                    <a:schemeClr val="dk1"/>
                  </a:solidFill>
                  <a:latin typeface="Consolas"/>
                  <a:ea typeface="Consolas"/>
                  <a:cs typeface="Consolas"/>
                  <a:sym typeface="Consolas"/>
                </a:rPr>
                <a:t>}</a:t>
              </a:r>
              <a:endParaRPr b="0" i="0" sz="1400" u="none" cap="none" strike="noStrike">
                <a:solidFill>
                  <a:srgbClr val="000000"/>
                </a:solidFill>
                <a:latin typeface="Consolas"/>
                <a:ea typeface="Consolas"/>
                <a:cs typeface="Consolas"/>
                <a:sym typeface="Consolas"/>
              </a:endParaRPr>
            </a:p>
          </p:txBody>
        </p:sp>
        <p:sp>
          <p:nvSpPr>
            <p:cNvPr id="171" name="Google Shape;171;p6"/>
            <p:cNvSpPr txBox="1"/>
            <p:nvPr/>
          </p:nvSpPr>
          <p:spPr>
            <a:xfrm>
              <a:off x="4176" y="2928"/>
              <a:ext cx="600" cy="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AA84F"/>
                </a:buClr>
                <a:buSzPts val="8000"/>
                <a:buFont typeface="Noto Sans Symbols"/>
                <a:buChar char="✔"/>
              </a:pPr>
              <a:r>
                <a:rPr b="0" i="0" lang="es-AR" sz="8000" u="none" cap="none" strike="noStrike">
                  <a:solidFill>
                    <a:schemeClr val="dk1"/>
                  </a:solidFill>
                  <a:latin typeface="Courier New"/>
                  <a:ea typeface="Courier New"/>
                  <a:cs typeface="Courier New"/>
                  <a:sym typeface="Courier New"/>
                </a:rPr>
                <a:t> </a:t>
              </a:r>
              <a:endParaRPr b="0" i="0" sz="8000" u="none" cap="none" strike="noStrike">
                <a:solidFill>
                  <a:schemeClr val="dk1"/>
                </a:solidFill>
                <a:latin typeface="Courier New"/>
                <a:ea typeface="Courier New"/>
                <a:cs typeface="Courier New"/>
                <a:sym typeface="Courier New"/>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nvSpPr>
        <p:spPr>
          <a:xfrm>
            <a:off x="381000" y="228600"/>
            <a:ext cx="24384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Times New Roman"/>
              <a:buNone/>
            </a:pPr>
            <a:r>
              <a:rPr b="1" i="1" lang="es-AR" sz="2600" u="none" cap="none" strike="noStrike">
                <a:solidFill>
                  <a:schemeClr val="dk1"/>
                </a:solidFill>
                <a:latin typeface="Times New Roman"/>
                <a:ea typeface="Times New Roman"/>
                <a:cs typeface="Times New Roman"/>
                <a:sym typeface="Times New Roman"/>
              </a:rPr>
              <a:t>Ejemplo:</a:t>
            </a:r>
            <a:endParaRPr b="1" i="1" sz="2600" u="none" cap="none" strike="noStrike">
              <a:solidFill>
                <a:schemeClr val="dk1"/>
              </a:solidFill>
              <a:latin typeface="Times New Roman"/>
              <a:ea typeface="Times New Roman"/>
              <a:cs typeface="Times New Roman"/>
              <a:sym typeface="Times New Roman"/>
            </a:endParaRPr>
          </a:p>
        </p:txBody>
      </p:sp>
      <p:sp>
        <p:nvSpPr>
          <p:cNvPr id="177" name="Google Shape;177;p7"/>
          <p:cNvSpPr txBox="1"/>
          <p:nvPr/>
        </p:nvSpPr>
        <p:spPr>
          <a:xfrm>
            <a:off x="755075" y="228606"/>
            <a:ext cx="8153400" cy="61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s-AR" sz="2400" u="none" cap="none" strike="noStrike">
                <a:solidFill>
                  <a:schemeClr val="dk1"/>
                </a:solidFill>
                <a:latin typeface="Times New Roman"/>
                <a:ea typeface="Times New Roman"/>
                <a:cs typeface="Times New Roman"/>
                <a:sym typeface="Times New Roman"/>
              </a:rPr>
              <a:t>	      Utilizamos la función anterior para inicializar en cero una variable de tipo double y también un arreglo de int.</a:t>
            </a:r>
            <a:endParaRPr b="0" i="0" sz="2400" u="none" cap="none" strike="noStrike">
              <a:solidFill>
                <a:schemeClr val="dk1"/>
              </a:solidFill>
              <a:latin typeface="Times New Roman"/>
              <a:ea typeface="Times New Roman"/>
              <a:cs typeface="Times New Roman"/>
              <a:sym typeface="Times New Roman"/>
            </a:endParaRPr>
          </a:p>
        </p:txBody>
      </p:sp>
      <p:sp>
        <p:nvSpPr>
          <p:cNvPr id="178" name="Google Shape;178;p7"/>
          <p:cNvSpPr/>
          <p:nvPr/>
        </p:nvSpPr>
        <p:spPr>
          <a:xfrm>
            <a:off x="457200" y="1047750"/>
            <a:ext cx="7696200" cy="3991800"/>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79" name="Google Shape;179;p7"/>
          <p:cNvSpPr txBox="1"/>
          <p:nvPr/>
        </p:nvSpPr>
        <p:spPr>
          <a:xfrm>
            <a:off x="557213" y="1087041"/>
            <a:ext cx="7367700" cy="3196800"/>
          </a:xfrm>
          <a:prstGeom prst="rect">
            <a:avLst/>
          </a:prstGeom>
          <a:noFill/>
          <a:ln>
            <a:noFill/>
          </a:ln>
        </p:spPr>
        <p:txBody>
          <a:bodyPr anchorCtr="0" anchor="t" bIns="45700" lIns="91425" spcFirstLastPara="1" rIns="91425" wrap="square" tIns="45700">
            <a:spAutoFit/>
          </a:bodyPr>
          <a:lstStyle/>
          <a:p>
            <a:pPr indent="0" lvl="0" marL="0" marR="0" rtl="0" algn="just">
              <a:lnSpc>
                <a:spcPct val="80000"/>
              </a:lnSpc>
              <a:spcBef>
                <a:spcPts val="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int</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main(void)</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	double precio;</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	int arreglo[10];</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50"/>
              </a:spcBef>
              <a:spcAft>
                <a:spcPts val="0"/>
              </a:spcAft>
              <a:buClr>
                <a:schemeClr val="dk1"/>
              </a:buClr>
              <a:buSzPts val="1000"/>
              <a:buFont typeface="Times New Roman"/>
              <a:buNone/>
            </a:pPr>
            <a:r>
              <a:t/>
            </a:r>
            <a:endParaRPr b="1" i="0" sz="900" u="none" cap="none" strike="noStrike">
              <a:solidFill>
                <a:schemeClr val="dk1"/>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	asignaCeros(&amp;precio,sizeof(double));</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	asignaCeros(arreglo,sizeof(arreglo));</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50"/>
              </a:spcBef>
              <a:spcAft>
                <a:spcPts val="0"/>
              </a:spcAft>
              <a:buClr>
                <a:schemeClr val="dk1"/>
              </a:buClr>
              <a:buSzPts val="1000"/>
              <a:buFont typeface="Times New Roman"/>
              <a:buNone/>
            </a:pPr>
            <a:r>
              <a:t/>
            </a:r>
            <a:endParaRPr b="1" i="0" sz="900" u="none" cap="none" strike="noStrike">
              <a:solidFill>
                <a:schemeClr val="dk1"/>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void </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asignaCeros (void * dir, int cant)</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	for (int i=0; i&lt;cant; i++)</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	  	*((char *)dir + i) = 0;</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	return;		</a:t>
            </a:r>
            <a:endParaRPr b="0" i="0" sz="13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900" u="none" cap="none" strike="noStrike">
                <a:solidFill>
                  <a:schemeClr val="dk1"/>
                </a:solidFill>
                <a:latin typeface="Consolas"/>
                <a:ea typeface="Consolas"/>
                <a:cs typeface="Consolas"/>
                <a:sym typeface="Consolas"/>
              </a:rPr>
              <a:t>}</a:t>
            </a:r>
            <a:endParaRPr b="0" i="0" sz="1300" u="none" cap="none" strike="noStrike">
              <a:solidFill>
                <a:srgbClr val="000000"/>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p:nvPr/>
        </p:nvSpPr>
        <p:spPr>
          <a:xfrm flipH="1" rot="10800000">
            <a:off x="228600" y="807000"/>
            <a:ext cx="8305800" cy="1745700"/>
          </a:xfrm>
          <a:prstGeom prst="verticalScroll">
            <a:avLst>
              <a:gd fmla="val 13542" name="adj"/>
            </a:avLst>
          </a:prstGeom>
          <a:solidFill>
            <a:srgbClr val="FFCC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85" name="Google Shape;185;p8"/>
          <p:cNvSpPr txBox="1"/>
          <p:nvPr>
            <p:ph type="title"/>
          </p:nvPr>
        </p:nvSpPr>
        <p:spPr>
          <a:xfrm>
            <a:off x="304800" y="57150"/>
            <a:ext cx="65532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s-AR" sz="4000">
                <a:solidFill>
                  <a:schemeClr val="accent2"/>
                </a:solidFill>
              </a:rPr>
              <a:t>St</a:t>
            </a:r>
            <a:r>
              <a:rPr lang="es-AR" sz="4000"/>
              <a:t>andar</a:t>
            </a:r>
            <a:r>
              <a:rPr lang="es-AR" sz="4000">
                <a:solidFill>
                  <a:schemeClr val="accent2"/>
                </a:solidFill>
              </a:rPr>
              <a:t>d</a:t>
            </a:r>
            <a:r>
              <a:rPr lang="es-AR" sz="4000"/>
              <a:t> </a:t>
            </a:r>
            <a:r>
              <a:rPr lang="es-AR" sz="4000">
                <a:solidFill>
                  <a:schemeClr val="dk1"/>
                </a:solidFill>
              </a:rPr>
              <a:t>System</a:t>
            </a:r>
            <a:r>
              <a:rPr lang="es-AR" sz="4000"/>
              <a:t> </a:t>
            </a:r>
            <a:r>
              <a:rPr lang="es-AR" sz="4000">
                <a:solidFill>
                  <a:schemeClr val="accent2"/>
                </a:solidFill>
              </a:rPr>
              <a:t>Lib</a:t>
            </a:r>
            <a:r>
              <a:rPr lang="es-AR" sz="4000"/>
              <a:t>rary</a:t>
            </a:r>
            <a:endParaRPr/>
          </a:p>
        </p:txBody>
      </p:sp>
      <p:pic>
        <p:nvPicPr>
          <p:cNvPr descr="CLIPPED" id="186" name="Google Shape;186;p8"/>
          <p:cNvPicPr preferRelativeResize="0"/>
          <p:nvPr/>
        </p:nvPicPr>
        <p:blipFill rotWithShape="1">
          <a:blip r:embed="rId3">
            <a:alphaModFix/>
          </a:blip>
          <a:srcRect b="0" l="0" r="0" t="0"/>
          <a:stretch/>
        </p:blipFill>
        <p:spPr>
          <a:xfrm>
            <a:off x="6794500" y="228600"/>
            <a:ext cx="2110499" cy="1657350"/>
          </a:xfrm>
          <a:prstGeom prst="rect">
            <a:avLst/>
          </a:prstGeom>
          <a:noFill/>
          <a:ln>
            <a:noFill/>
          </a:ln>
        </p:spPr>
      </p:pic>
      <p:sp>
        <p:nvSpPr>
          <p:cNvPr id="187" name="Google Shape;187;p8"/>
          <p:cNvSpPr txBox="1"/>
          <p:nvPr/>
        </p:nvSpPr>
        <p:spPr>
          <a:xfrm>
            <a:off x="6934200" y="914400"/>
            <a:ext cx="1905000" cy="38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urier New"/>
              <a:buNone/>
            </a:pPr>
            <a:r>
              <a:rPr b="1" i="0" lang="es-AR" sz="2800" u="none" cap="none" strike="noStrike">
                <a:solidFill>
                  <a:schemeClr val="dk1"/>
                </a:solidFill>
                <a:latin typeface="Courier New"/>
                <a:ea typeface="Courier New"/>
                <a:cs typeface="Courier New"/>
                <a:sym typeface="Courier New"/>
              </a:rPr>
              <a:t>stdlib.h</a:t>
            </a:r>
            <a:endParaRPr b="1" i="0" sz="2800" u="none" cap="none" strike="noStrike">
              <a:solidFill>
                <a:schemeClr val="dk1"/>
              </a:solidFill>
              <a:latin typeface="Courier New"/>
              <a:ea typeface="Courier New"/>
              <a:cs typeface="Courier New"/>
              <a:sym typeface="Courier New"/>
            </a:endParaRPr>
          </a:p>
        </p:txBody>
      </p:sp>
      <p:cxnSp>
        <p:nvCxnSpPr>
          <p:cNvPr id="188" name="Google Shape;188;p8"/>
          <p:cNvCxnSpPr/>
          <p:nvPr/>
        </p:nvCxnSpPr>
        <p:spPr>
          <a:xfrm>
            <a:off x="7315200" y="1371600"/>
            <a:ext cx="1066800" cy="0"/>
          </a:xfrm>
          <a:prstGeom prst="straightConnector1">
            <a:avLst/>
          </a:prstGeom>
          <a:noFill/>
          <a:ln cap="flat" cmpd="sng" w="9525">
            <a:solidFill>
              <a:schemeClr val="dk1"/>
            </a:solidFill>
            <a:prstDash val="solid"/>
            <a:round/>
            <a:headEnd len="sm" w="sm" type="none"/>
            <a:tailEnd len="sm" w="sm" type="none"/>
          </a:ln>
        </p:spPr>
      </p:cxnSp>
      <p:cxnSp>
        <p:nvCxnSpPr>
          <p:cNvPr id="189" name="Google Shape;189;p8"/>
          <p:cNvCxnSpPr/>
          <p:nvPr/>
        </p:nvCxnSpPr>
        <p:spPr>
          <a:xfrm>
            <a:off x="7315200" y="1428750"/>
            <a:ext cx="1066800" cy="0"/>
          </a:xfrm>
          <a:prstGeom prst="straightConnector1">
            <a:avLst/>
          </a:prstGeom>
          <a:noFill/>
          <a:ln cap="flat" cmpd="sng" w="9525">
            <a:solidFill>
              <a:schemeClr val="dk1"/>
            </a:solidFill>
            <a:prstDash val="solid"/>
            <a:round/>
            <a:headEnd len="sm" w="sm" type="none"/>
            <a:tailEnd len="sm" w="sm" type="none"/>
          </a:ln>
        </p:spPr>
      </p:cxnSp>
      <p:cxnSp>
        <p:nvCxnSpPr>
          <p:cNvPr id="190" name="Google Shape;190;p8"/>
          <p:cNvCxnSpPr/>
          <p:nvPr/>
        </p:nvCxnSpPr>
        <p:spPr>
          <a:xfrm>
            <a:off x="7315200" y="1485900"/>
            <a:ext cx="1066800" cy="0"/>
          </a:xfrm>
          <a:prstGeom prst="straightConnector1">
            <a:avLst/>
          </a:prstGeom>
          <a:noFill/>
          <a:ln cap="flat" cmpd="sng" w="9525">
            <a:solidFill>
              <a:schemeClr val="dk1"/>
            </a:solidFill>
            <a:prstDash val="solid"/>
            <a:round/>
            <a:headEnd len="sm" w="sm" type="none"/>
            <a:tailEnd len="sm" w="sm" type="none"/>
          </a:ln>
        </p:spPr>
      </p:cxnSp>
      <p:cxnSp>
        <p:nvCxnSpPr>
          <p:cNvPr id="191" name="Google Shape;191;p8"/>
          <p:cNvCxnSpPr/>
          <p:nvPr/>
        </p:nvCxnSpPr>
        <p:spPr>
          <a:xfrm>
            <a:off x="7315200" y="1543050"/>
            <a:ext cx="1066800" cy="0"/>
          </a:xfrm>
          <a:prstGeom prst="straightConnector1">
            <a:avLst/>
          </a:prstGeom>
          <a:noFill/>
          <a:ln cap="flat" cmpd="sng" w="9525">
            <a:solidFill>
              <a:schemeClr val="dk1"/>
            </a:solidFill>
            <a:prstDash val="solid"/>
            <a:round/>
            <a:headEnd len="sm" w="sm" type="none"/>
            <a:tailEnd len="sm" w="sm" type="none"/>
          </a:ln>
        </p:spPr>
      </p:cxnSp>
      <p:cxnSp>
        <p:nvCxnSpPr>
          <p:cNvPr id="192" name="Google Shape;192;p8"/>
          <p:cNvCxnSpPr/>
          <p:nvPr/>
        </p:nvCxnSpPr>
        <p:spPr>
          <a:xfrm>
            <a:off x="7315200" y="1600200"/>
            <a:ext cx="1066800" cy="0"/>
          </a:xfrm>
          <a:prstGeom prst="straightConnector1">
            <a:avLst/>
          </a:prstGeom>
          <a:noFill/>
          <a:ln cap="flat" cmpd="sng" w="9525">
            <a:solidFill>
              <a:schemeClr val="dk1"/>
            </a:solidFill>
            <a:prstDash val="solid"/>
            <a:round/>
            <a:headEnd len="sm" w="sm" type="none"/>
            <a:tailEnd len="sm" w="sm" type="none"/>
          </a:ln>
        </p:spPr>
      </p:cxnSp>
      <p:cxnSp>
        <p:nvCxnSpPr>
          <p:cNvPr id="193" name="Google Shape;193;p8"/>
          <p:cNvCxnSpPr/>
          <p:nvPr/>
        </p:nvCxnSpPr>
        <p:spPr>
          <a:xfrm>
            <a:off x="7315200" y="914400"/>
            <a:ext cx="1066800" cy="0"/>
          </a:xfrm>
          <a:prstGeom prst="straightConnector1">
            <a:avLst/>
          </a:prstGeom>
          <a:noFill/>
          <a:ln cap="flat" cmpd="sng" w="9525">
            <a:solidFill>
              <a:schemeClr val="dk1"/>
            </a:solidFill>
            <a:prstDash val="solid"/>
            <a:round/>
            <a:headEnd len="sm" w="sm" type="none"/>
            <a:tailEnd len="sm" w="sm" type="none"/>
          </a:ln>
        </p:spPr>
      </p:cxnSp>
      <p:cxnSp>
        <p:nvCxnSpPr>
          <p:cNvPr id="194" name="Google Shape;194;p8"/>
          <p:cNvCxnSpPr/>
          <p:nvPr/>
        </p:nvCxnSpPr>
        <p:spPr>
          <a:xfrm>
            <a:off x="7315200" y="857250"/>
            <a:ext cx="1066800" cy="0"/>
          </a:xfrm>
          <a:prstGeom prst="straightConnector1">
            <a:avLst/>
          </a:prstGeom>
          <a:noFill/>
          <a:ln cap="flat" cmpd="sng" w="9525">
            <a:solidFill>
              <a:schemeClr val="dk1"/>
            </a:solidFill>
            <a:prstDash val="solid"/>
            <a:round/>
            <a:headEnd len="sm" w="sm" type="none"/>
            <a:tailEnd len="sm" w="sm" type="none"/>
          </a:ln>
        </p:spPr>
      </p:cxnSp>
      <p:cxnSp>
        <p:nvCxnSpPr>
          <p:cNvPr id="195" name="Google Shape;195;p8"/>
          <p:cNvCxnSpPr/>
          <p:nvPr/>
        </p:nvCxnSpPr>
        <p:spPr>
          <a:xfrm>
            <a:off x="7315200" y="800100"/>
            <a:ext cx="1066800" cy="0"/>
          </a:xfrm>
          <a:prstGeom prst="straightConnector1">
            <a:avLst/>
          </a:prstGeom>
          <a:noFill/>
          <a:ln cap="flat" cmpd="sng" w="9525">
            <a:solidFill>
              <a:schemeClr val="dk1"/>
            </a:solidFill>
            <a:prstDash val="solid"/>
            <a:round/>
            <a:headEnd len="sm" w="sm" type="none"/>
            <a:tailEnd len="sm" w="sm" type="none"/>
          </a:ln>
        </p:spPr>
      </p:cxnSp>
      <p:cxnSp>
        <p:nvCxnSpPr>
          <p:cNvPr id="196" name="Google Shape;196;p8"/>
          <p:cNvCxnSpPr/>
          <p:nvPr/>
        </p:nvCxnSpPr>
        <p:spPr>
          <a:xfrm>
            <a:off x="7315200" y="742950"/>
            <a:ext cx="1066800" cy="0"/>
          </a:xfrm>
          <a:prstGeom prst="straightConnector1">
            <a:avLst/>
          </a:prstGeom>
          <a:noFill/>
          <a:ln cap="flat" cmpd="sng" w="9525">
            <a:solidFill>
              <a:schemeClr val="dk1"/>
            </a:solidFill>
            <a:prstDash val="solid"/>
            <a:round/>
            <a:headEnd len="sm" w="sm" type="none"/>
            <a:tailEnd len="sm" w="sm" type="none"/>
          </a:ln>
        </p:spPr>
      </p:cxnSp>
      <p:cxnSp>
        <p:nvCxnSpPr>
          <p:cNvPr id="197" name="Google Shape;197;p8"/>
          <p:cNvCxnSpPr/>
          <p:nvPr/>
        </p:nvCxnSpPr>
        <p:spPr>
          <a:xfrm>
            <a:off x="7315200" y="685800"/>
            <a:ext cx="1066800" cy="0"/>
          </a:xfrm>
          <a:prstGeom prst="straightConnector1">
            <a:avLst/>
          </a:prstGeom>
          <a:noFill/>
          <a:ln cap="flat" cmpd="sng" w="9525">
            <a:solidFill>
              <a:schemeClr val="dk1"/>
            </a:solidFill>
            <a:prstDash val="solid"/>
            <a:round/>
            <a:headEnd len="sm" w="sm" type="none"/>
            <a:tailEnd len="sm" w="sm" type="none"/>
          </a:ln>
        </p:spPr>
      </p:cxnSp>
      <p:sp>
        <p:nvSpPr>
          <p:cNvPr id="198" name="Google Shape;198;p8"/>
          <p:cNvSpPr txBox="1"/>
          <p:nvPr/>
        </p:nvSpPr>
        <p:spPr>
          <a:xfrm>
            <a:off x="609600" y="883988"/>
            <a:ext cx="7543800" cy="157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urier New"/>
              <a:buNone/>
            </a:pPr>
            <a:r>
              <a:rPr b="1" i="0" lang="es-AR" sz="2400" u="none" cap="none" strike="noStrike">
                <a:solidFill>
                  <a:schemeClr val="dk1"/>
                </a:solidFill>
                <a:latin typeface="Courier New"/>
                <a:ea typeface="Courier New"/>
                <a:cs typeface="Courier New"/>
                <a:sym typeface="Courier New"/>
              </a:rPr>
              <a:t>typedef unsigned int size_t;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FF3300"/>
              </a:buClr>
              <a:buSzPts val="2400"/>
              <a:buFont typeface="Courier New"/>
              <a:buNone/>
            </a:pP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malloc(size_t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400"/>
              <a:buFont typeface="Courier New"/>
              <a:buNone/>
            </a:pPr>
            <a:r>
              <a:rPr b="1" i="0" lang="es-AR" sz="2400" u="none" cap="none" strike="noStrike">
                <a:solidFill>
                  <a:schemeClr val="dk1"/>
                </a:solidFill>
                <a:latin typeface="Courier New"/>
                <a:ea typeface="Courier New"/>
                <a:cs typeface="Courier New"/>
                <a:sym typeface="Courier New"/>
              </a:rPr>
              <a:t>void free(</a:t>
            </a: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99" name="Google Shape;199;p8"/>
          <p:cNvSpPr txBox="1"/>
          <p:nvPr/>
        </p:nvSpPr>
        <p:spPr>
          <a:xfrm>
            <a:off x="304800" y="2667000"/>
            <a:ext cx="8458200" cy="1415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accent2"/>
              </a:buClr>
              <a:buSzPts val="2400"/>
              <a:buFont typeface="Noto Sans Symbols"/>
              <a:buChar char="❖"/>
            </a:pPr>
            <a:r>
              <a:rPr b="1" i="0" lang="es-AR" sz="2400" u="none" cap="none" strike="noStrike">
                <a:solidFill>
                  <a:schemeClr val="accent2"/>
                </a:solidFill>
                <a:latin typeface="Comic Sans MS"/>
                <a:ea typeface="Comic Sans MS"/>
                <a:cs typeface="Comic Sans MS"/>
                <a:sym typeface="Comic Sans MS"/>
              </a:rPr>
              <a:t> La función </a:t>
            </a:r>
            <a:r>
              <a:rPr b="1" i="0" lang="es-AR" sz="2400" u="none" cap="none" strike="noStrike">
                <a:solidFill>
                  <a:schemeClr val="accent2"/>
                </a:solidFill>
                <a:latin typeface="Courier New"/>
                <a:ea typeface="Courier New"/>
                <a:cs typeface="Courier New"/>
                <a:sym typeface="Courier New"/>
              </a:rPr>
              <a:t>malloc</a:t>
            </a:r>
            <a:r>
              <a:rPr b="1" i="0" lang="es-AR" sz="2400" u="none" cap="none" strike="noStrike">
                <a:solidFill>
                  <a:schemeClr val="accent2"/>
                </a:solidFill>
                <a:latin typeface="Comic Sans MS"/>
                <a:ea typeface="Comic Sans MS"/>
                <a:cs typeface="Comic Sans MS"/>
                <a:sym typeface="Comic Sans MS"/>
              </a:rPr>
              <a:t> retorna en su nombre la dirección de una zona de memoria de </a:t>
            </a:r>
            <a:r>
              <a:rPr b="1" i="0" lang="es-AR" sz="2400" u="none" cap="none" strike="noStrike">
                <a:solidFill>
                  <a:schemeClr val="accent2"/>
                </a:solidFill>
                <a:latin typeface="Courier New"/>
                <a:ea typeface="Courier New"/>
                <a:cs typeface="Courier New"/>
                <a:sym typeface="Courier New"/>
              </a:rPr>
              <a:t>size </a:t>
            </a:r>
            <a:r>
              <a:rPr b="1" i="0" lang="es-AR" sz="2400" u="none" cap="none" strike="noStrike">
                <a:solidFill>
                  <a:schemeClr val="accent2"/>
                </a:solidFill>
                <a:latin typeface="Comic Sans MS"/>
                <a:ea typeface="Comic Sans MS"/>
                <a:cs typeface="Comic Sans MS"/>
                <a:sym typeface="Comic Sans MS"/>
              </a:rPr>
              <a:t>bytes reservada en forma dinámica, setea errno en ENOMEM si no hay memoria libre</a:t>
            </a:r>
            <a:endParaRPr b="1" i="0" sz="2400" u="none" cap="none" strike="noStrike">
              <a:solidFill>
                <a:schemeClr val="accent2"/>
              </a:solidFill>
              <a:latin typeface="Comic Sans MS"/>
              <a:ea typeface="Comic Sans MS"/>
              <a:cs typeface="Comic Sans MS"/>
              <a:sym typeface="Comic Sans MS"/>
            </a:endParaRPr>
          </a:p>
        </p:txBody>
      </p:sp>
      <p:sp>
        <p:nvSpPr>
          <p:cNvPr id="200" name="Google Shape;200;p8"/>
          <p:cNvSpPr txBox="1"/>
          <p:nvPr/>
        </p:nvSpPr>
        <p:spPr>
          <a:xfrm>
            <a:off x="304800" y="4185047"/>
            <a:ext cx="8458200" cy="616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accent2"/>
              </a:buClr>
              <a:buSzPts val="2400"/>
              <a:buFont typeface="Noto Sans Symbols"/>
              <a:buChar char="❖"/>
            </a:pPr>
            <a:r>
              <a:rPr b="1" i="0" lang="es-AR" sz="2400" u="none" cap="none" strike="noStrike">
                <a:solidFill>
                  <a:schemeClr val="accent2"/>
                </a:solidFill>
                <a:latin typeface="Comic Sans MS"/>
                <a:ea typeface="Comic Sans MS"/>
                <a:cs typeface="Comic Sans MS"/>
                <a:sym typeface="Comic Sans MS"/>
              </a:rPr>
              <a:t> La función </a:t>
            </a:r>
            <a:r>
              <a:rPr b="1" i="0" lang="es-AR" sz="2400" u="none" cap="none" strike="noStrike">
                <a:solidFill>
                  <a:schemeClr val="accent2"/>
                </a:solidFill>
                <a:latin typeface="Courier New"/>
                <a:ea typeface="Courier New"/>
                <a:cs typeface="Courier New"/>
                <a:sym typeface="Courier New"/>
              </a:rPr>
              <a:t>free</a:t>
            </a:r>
            <a:r>
              <a:rPr b="1" i="0" lang="es-AR" sz="2400" u="none" cap="none" strike="noStrike">
                <a:solidFill>
                  <a:schemeClr val="accent2"/>
                </a:solidFill>
                <a:latin typeface="Comic Sans MS"/>
                <a:ea typeface="Comic Sans MS"/>
                <a:cs typeface="Comic Sans MS"/>
                <a:sym typeface="Comic Sans MS"/>
              </a:rPr>
              <a:t> libera la zona de memoria previamente reservada que comienza en la dirección </a:t>
            </a:r>
            <a:r>
              <a:rPr b="1" i="0" lang="es-AR" sz="2400" u="none" cap="none" strike="noStrike">
                <a:solidFill>
                  <a:schemeClr val="accent2"/>
                </a:solidFill>
                <a:latin typeface="Courier New"/>
                <a:ea typeface="Courier New"/>
                <a:cs typeface="Courier New"/>
                <a:sym typeface="Courier New"/>
              </a:rPr>
              <a:t>p</a:t>
            </a:r>
            <a:endParaRPr b="1" i="0" sz="2400" u="none" cap="none" strike="noStrike">
              <a:solidFill>
                <a:schemeClr val="accent2"/>
              </a:solidFill>
              <a:latin typeface="Comic Sans MS"/>
              <a:ea typeface="Comic Sans MS"/>
              <a:cs typeface="Comic Sans MS"/>
              <a:sym typeface="Comic Sans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9"/>
          <p:cNvSpPr txBox="1"/>
          <p:nvPr>
            <p:ph type="title"/>
          </p:nvPr>
        </p:nvSpPr>
        <p:spPr>
          <a:xfrm>
            <a:off x="304800" y="171450"/>
            <a:ext cx="83820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1" lang="es-AR" sz="3800"/>
              <a:t>Solicitud de memoria en forma dinámica</a:t>
            </a:r>
            <a:br>
              <a:rPr b="1" i="1" lang="es-AR" sz="3800"/>
            </a:br>
            <a:r>
              <a:rPr b="1" i="1" lang="es-AR" sz="3800"/>
              <a:t>- El uso del “Heap” -</a:t>
            </a:r>
            <a:endParaRPr/>
          </a:p>
        </p:txBody>
      </p:sp>
      <p:sp>
        <p:nvSpPr>
          <p:cNvPr id="207" name="Google Shape;207;p9"/>
          <p:cNvSpPr/>
          <p:nvPr/>
        </p:nvSpPr>
        <p:spPr>
          <a:xfrm>
            <a:off x="381000" y="2571750"/>
            <a:ext cx="2667000" cy="578700"/>
          </a:xfrm>
          <a:prstGeom prst="rect">
            <a:avLst/>
          </a:prstGeom>
          <a:solidFill>
            <a:srgbClr val="FFFF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cierta </a:t>
            </a:r>
            <a:endParaRPr b="0" i="0" sz="1400" u="none" cap="none" strike="noStrike">
              <a:solidFill>
                <a:srgbClr val="000000"/>
              </a:solidFill>
              <a:latin typeface="Arial"/>
              <a:ea typeface="Arial"/>
              <a:cs typeface="Arial"/>
              <a:sym typeface="Arial"/>
            </a:endParaRPr>
          </a:p>
          <a:p>
            <a:pPr indent="0" lvl="0" marL="0" marR="0" rtl="0" algn="ctr">
              <a:lnSpc>
                <a:spcPct val="80000"/>
              </a:lnSpc>
              <a:spcBef>
                <a:spcPts val="24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información</a:t>
            </a:r>
            <a:endParaRPr b="1" i="0" sz="2400" u="none" cap="none" strike="noStrike">
              <a:solidFill>
                <a:schemeClr val="accent2"/>
              </a:solidFill>
              <a:latin typeface="Times New Roman"/>
              <a:ea typeface="Times New Roman"/>
              <a:cs typeface="Times New Roman"/>
              <a:sym typeface="Times New Roman"/>
            </a:endParaRPr>
          </a:p>
        </p:txBody>
      </p:sp>
      <p:sp>
        <p:nvSpPr>
          <p:cNvPr id="208" name="Google Shape;208;p9"/>
          <p:cNvSpPr/>
          <p:nvPr/>
        </p:nvSpPr>
        <p:spPr>
          <a:xfrm>
            <a:off x="381000" y="3146822"/>
            <a:ext cx="2667000" cy="223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BSS</a:t>
            </a:r>
            <a:r>
              <a:rPr b="1" i="0" lang="es-AR" sz="2400" u="none" cap="none" strike="noStrike">
                <a:solidFill>
                  <a:schemeClr val="dk1"/>
                </a:solidFill>
                <a:latin typeface="Times New Roman"/>
                <a:ea typeface="Times New Roman"/>
                <a:cs typeface="Times New Roman"/>
                <a:sym typeface="Times New Roman"/>
              </a:rPr>
              <a:t> </a:t>
            </a:r>
            <a:r>
              <a:rPr b="1" i="0" lang="es-AR" sz="2400" u="none" cap="none" strike="noStrike">
                <a:solidFill>
                  <a:schemeClr val="accent2"/>
                </a:solidFill>
                <a:latin typeface="Times New Roman"/>
                <a:ea typeface="Times New Roman"/>
                <a:cs typeface="Times New Roman"/>
                <a:sym typeface="Times New Roman"/>
              </a:rPr>
              <a:t>segment</a:t>
            </a:r>
            <a:endParaRPr b="1" i="0" sz="2400" u="none" cap="none" strike="noStrike">
              <a:solidFill>
                <a:schemeClr val="accent2"/>
              </a:solidFill>
              <a:latin typeface="Times New Roman"/>
              <a:ea typeface="Times New Roman"/>
              <a:cs typeface="Times New Roman"/>
              <a:sym typeface="Times New Roman"/>
            </a:endParaRPr>
          </a:p>
        </p:txBody>
      </p:sp>
      <p:sp>
        <p:nvSpPr>
          <p:cNvPr id="209" name="Google Shape;209;p9"/>
          <p:cNvSpPr txBox="1"/>
          <p:nvPr/>
        </p:nvSpPr>
        <p:spPr>
          <a:xfrm>
            <a:off x="381000" y="2171700"/>
            <a:ext cx="2819400" cy="34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s-AR" sz="2400" u="none" cap="none" strike="noStrike">
                <a:solidFill>
                  <a:schemeClr val="dk1"/>
                </a:solidFill>
                <a:latin typeface="Times New Roman"/>
                <a:ea typeface="Times New Roman"/>
                <a:cs typeface="Times New Roman"/>
                <a:sym typeface="Times New Roman"/>
              </a:rPr>
              <a:t>Archivo Ejecutable</a:t>
            </a:r>
            <a:endParaRPr b="1" i="0" sz="2400" u="none" cap="none" strike="noStrike">
              <a:solidFill>
                <a:schemeClr val="dk1"/>
              </a:solidFill>
              <a:latin typeface="Times New Roman"/>
              <a:ea typeface="Times New Roman"/>
              <a:cs typeface="Times New Roman"/>
              <a:sym typeface="Times New Roman"/>
            </a:endParaRPr>
          </a:p>
        </p:txBody>
      </p:sp>
      <p:sp>
        <p:nvSpPr>
          <p:cNvPr id="210" name="Google Shape;210;p9"/>
          <p:cNvSpPr/>
          <p:nvPr/>
        </p:nvSpPr>
        <p:spPr>
          <a:xfrm>
            <a:off x="381000" y="3365897"/>
            <a:ext cx="2667000" cy="894300"/>
          </a:xfrm>
          <a:prstGeom prst="rect">
            <a:avLst/>
          </a:prstGeom>
          <a:solidFill>
            <a:srgbClr val="CC99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Data Segment</a:t>
            </a:r>
            <a:endParaRPr b="1" i="0" sz="2400" u="none" cap="none" strike="noStrike">
              <a:solidFill>
                <a:schemeClr val="dk1"/>
              </a:solidFill>
              <a:latin typeface="Times New Roman"/>
              <a:ea typeface="Times New Roman"/>
              <a:cs typeface="Times New Roman"/>
              <a:sym typeface="Times New Roman"/>
            </a:endParaRPr>
          </a:p>
        </p:txBody>
      </p:sp>
      <p:sp>
        <p:nvSpPr>
          <p:cNvPr id="211" name="Google Shape;211;p9"/>
          <p:cNvSpPr/>
          <p:nvPr/>
        </p:nvSpPr>
        <p:spPr>
          <a:xfrm>
            <a:off x="381000" y="4227910"/>
            <a:ext cx="2667000" cy="557100"/>
          </a:xfrm>
          <a:prstGeom prst="rect">
            <a:avLst/>
          </a:prstGeom>
          <a:solidFill>
            <a:srgbClr val="FF99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Text Segment</a:t>
            </a:r>
            <a:endParaRPr b="1" i="0" sz="2400" u="none" cap="none" strike="noStrike">
              <a:solidFill>
                <a:schemeClr val="dk1"/>
              </a:solidFill>
              <a:latin typeface="Times New Roman"/>
              <a:ea typeface="Times New Roman"/>
              <a:cs typeface="Times New Roman"/>
              <a:sym typeface="Times New Roman"/>
            </a:endParaRPr>
          </a:p>
        </p:txBody>
      </p:sp>
      <p:sp>
        <p:nvSpPr>
          <p:cNvPr id="212" name="Google Shape;212;p9"/>
          <p:cNvSpPr/>
          <p:nvPr/>
        </p:nvSpPr>
        <p:spPr>
          <a:xfrm>
            <a:off x="4033838" y="1657350"/>
            <a:ext cx="2673300" cy="1200000"/>
          </a:xfrm>
          <a:prstGeom prst="rect">
            <a:avLst/>
          </a:prstGeom>
          <a:solidFill>
            <a:srgbClr val="FFFF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Stack Segment</a:t>
            </a:r>
            <a:endParaRPr b="0" i="0" sz="1400" u="none" cap="none" strike="noStrike">
              <a:solidFill>
                <a:srgbClr val="000000"/>
              </a:solidFill>
              <a:latin typeface="Arial"/>
              <a:ea typeface="Arial"/>
              <a:cs typeface="Arial"/>
              <a:sym typeface="Arial"/>
            </a:endParaRPr>
          </a:p>
          <a:p>
            <a:pPr indent="0" lvl="0" marL="0" marR="0" rtl="0" algn="ctr">
              <a:lnSpc>
                <a:spcPct val="80000"/>
              </a:lnSpc>
              <a:spcBef>
                <a:spcPts val="240"/>
              </a:spcBef>
              <a:spcAft>
                <a:spcPts val="0"/>
              </a:spcAft>
              <a:buClr>
                <a:schemeClr val="dk1"/>
              </a:buClr>
              <a:buSzPts val="2400"/>
              <a:buFont typeface="Times New Roman"/>
              <a:buNone/>
            </a:pPr>
            <a:r>
              <a:t/>
            </a:r>
            <a:endParaRPr b="1" i="0" sz="2400" u="none" cap="none" strike="noStrike">
              <a:solidFill>
                <a:schemeClr val="accent2"/>
              </a:solidFill>
              <a:latin typeface="Times New Roman"/>
              <a:ea typeface="Times New Roman"/>
              <a:cs typeface="Times New Roman"/>
              <a:sym typeface="Times New Roman"/>
            </a:endParaRPr>
          </a:p>
          <a:p>
            <a:pPr indent="0" lvl="0" marL="0" marR="0" rtl="0" algn="ctr">
              <a:lnSpc>
                <a:spcPct val="80000"/>
              </a:lnSpc>
              <a:spcBef>
                <a:spcPts val="240"/>
              </a:spcBef>
              <a:spcAft>
                <a:spcPts val="0"/>
              </a:spcAft>
              <a:buClr>
                <a:schemeClr val="dk1"/>
              </a:buClr>
              <a:buSzPts val="2400"/>
              <a:buFont typeface="Times New Roman"/>
              <a:buNone/>
            </a:pPr>
            <a:r>
              <a:t/>
            </a:r>
            <a:endParaRPr b="1" i="0" sz="2400" u="none" cap="none" strike="noStrike">
              <a:solidFill>
                <a:schemeClr val="accent2"/>
              </a:solidFill>
              <a:latin typeface="Times New Roman"/>
              <a:ea typeface="Times New Roman"/>
              <a:cs typeface="Times New Roman"/>
              <a:sym typeface="Times New Roman"/>
            </a:endParaRPr>
          </a:p>
          <a:p>
            <a:pPr indent="0" lvl="0" marL="0" marR="0" rtl="0" algn="ctr">
              <a:lnSpc>
                <a:spcPct val="80000"/>
              </a:lnSpc>
              <a:spcBef>
                <a:spcPts val="24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Heap Segment</a:t>
            </a:r>
            <a:endParaRPr b="1" i="0" sz="2400" u="none" cap="none" strike="noStrike">
              <a:solidFill>
                <a:schemeClr val="accent2"/>
              </a:solidFill>
              <a:latin typeface="Times New Roman"/>
              <a:ea typeface="Times New Roman"/>
              <a:cs typeface="Times New Roman"/>
              <a:sym typeface="Times New Roman"/>
            </a:endParaRPr>
          </a:p>
        </p:txBody>
      </p:sp>
      <p:sp>
        <p:nvSpPr>
          <p:cNvPr id="213" name="Google Shape;213;p9"/>
          <p:cNvSpPr/>
          <p:nvPr/>
        </p:nvSpPr>
        <p:spPr>
          <a:xfrm>
            <a:off x="4033838" y="2857500"/>
            <a:ext cx="2673300" cy="514200"/>
          </a:xfrm>
          <a:prstGeom prst="rect">
            <a:avLst/>
          </a:prstGeom>
          <a:gradFill>
            <a:gsLst>
              <a:gs pos="0">
                <a:srgbClr val="008F6B"/>
              </a:gs>
              <a:gs pos="50000">
                <a:schemeClr val="accent1"/>
              </a:gs>
              <a:gs pos="100000">
                <a:srgbClr val="008F6B"/>
              </a:gs>
            </a:gsLst>
            <a:lin ang="27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000000"/>
              </a:buClr>
              <a:buSzPts val="2400"/>
              <a:buFont typeface="Arial"/>
              <a:buNone/>
            </a:pPr>
            <a:r>
              <a:rPr b="1" i="0" lang="es-AR" sz="2400" u="none" cap="none" strike="noStrike">
                <a:solidFill>
                  <a:schemeClr val="accent2"/>
                </a:solidFill>
                <a:latin typeface="Times New Roman"/>
                <a:ea typeface="Times New Roman"/>
                <a:cs typeface="Times New Roman"/>
                <a:sym typeface="Times New Roman"/>
              </a:rPr>
              <a:t>BSS</a:t>
            </a:r>
            <a:r>
              <a:rPr b="1" i="0" lang="es-AR" sz="2400" u="none" cap="none" strike="noStrike">
                <a:solidFill>
                  <a:schemeClr val="dk1"/>
                </a:solidFill>
                <a:latin typeface="Times New Roman"/>
                <a:ea typeface="Times New Roman"/>
                <a:cs typeface="Times New Roman"/>
                <a:sym typeface="Times New Roman"/>
              </a:rPr>
              <a:t> </a:t>
            </a:r>
            <a:r>
              <a:rPr b="1" i="0" lang="es-AR" sz="2400" u="none" cap="none" strike="noStrike">
                <a:solidFill>
                  <a:schemeClr val="accent2"/>
                </a:solidFill>
                <a:latin typeface="Times New Roman"/>
                <a:ea typeface="Times New Roman"/>
                <a:cs typeface="Times New Roman"/>
                <a:sym typeface="Times New Roman"/>
              </a:rPr>
              <a:t>segment</a:t>
            </a:r>
            <a:endParaRPr b="1" i="0" sz="2400" u="none" cap="none" strike="noStrike">
              <a:solidFill>
                <a:schemeClr val="accent2"/>
              </a:solidFill>
              <a:latin typeface="Times New Roman"/>
              <a:ea typeface="Times New Roman"/>
              <a:cs typeface="Times New Roman"/>
              <a:sym typeface="Times New Roman"/>
            </a:endParaRPr>
          </a:p>
        </p:txBody>
      </p:sp>
      <p:sp>
        <p:nvSpPr>
          <p:cNvPr id="214" name="Google Shape;214;p9"/>
          <p:cNvSpPr txBox="1"/>
          <p:nvPr/>
        </p:nvSpPr>
        <p:spPr>
          <a:xfrm>
            <a:off x="3733800" y="1257300"/>
            <a:ext cx="3352800" cy="34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s-AR" sz="2400" u="none" cap="none" strike="noStrike">
                <a:solidFill>
                  <a:schemeClr val="dk1"/>
                </a:solidFill>
                <a:latin typeface="Times New Roman"/>
                <a:ea typeface="Times New Roman"/>
                <a:cs typeface="Times New Roman"/>
                <a:sym typeface="Times New Roman"/>
              </a:rPr>
              <a:t>Programa en ejecución</a:t>
            </a:r>
            <a:endParaRPr b="1" i="0" sz="2400" u="none" cap="none" strike="noStrike">
              <a:solidFill>
                <a:schemeClr val="dk1"/>
              </a:solidFill>
              <a:latin typeface="Times New Roman"/>
              <a:ea typeface="Times New Roman"/>
              <a:cs typeface="Times New Roman"/>
              <a:sym typeface="Times New Roman"/>
            </a:endParaRPr>
          </a:p>
        </p:txBody>
      </p:sp>
      <p:sp>
        <p:nvSpPr>
          <p:cNvPr id="215" name="Google Shape;215;p9"/>
          <p:cNvSpPr/>
          <p:nvPr/>
        </p:nvSpPr>
        <p:spPr>
          <a:xfrm>
            <a:off x="4038600" y="3371850"/>
            <a:ext cx="2667000" cy="914400"/>
          </a:xfrm>
          <a:prstGeom prst="rect">
            <a:avLst/>
          </a:prstGeom>
          <a:gradFill>
            <a:gsLst>
              <a:gs pos="0">
                <a:srgbClr val="5E4776"/>
              </a:gs>
              <a:gs pos="50000">
                <a:srgbClr val="CC99FF"/>
              </a:gs>
              <a:gs pos="100000">
                <a:srgbClr val="5E4776"/>
              </a:gs>
            </a:gsLst>
            <a:lin ang="27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Data Segment</a:t>
            </a:r>
            <a:endParaRPr b="1" i="0" sz="2400" u="none" cap="none" strike="noStrike">
              <a:solidFill>
                <a:schemeClr val="dk1"/>
              </a:solidFill>
              <a:latin typeface="Times New Roman"/>
              <a:ea typeface="Times New Roman"/>
              <a:cs typeface="Times New Roman"/>
              <a:sym typeface="Times New Roman"/>
            </a:endParaRPr>
          </a:p>
        </p:txBody>
      </p:sp>
      <p:sp>
        <p:nvSpPr>
          <p:cNvPr id="216" name="Google Shape;216;p9"/>
          <p:cNvSpPr/>
          <p:nvPr/>
        </p:nvSpPr>
        <p:spPr>
          <a:xfrm>
            <a:off x="4038600" y="4229100"/>
            <a:ext cx="2667000" cy="571500"/>
          </a:xfrm>
          <a:prstGeom prst="rect">
            <a:avLst/>
          </a:prstGeom>
          <a:gradFill>
            <a:gsLst>
              <a:gs pos="0">
                <a:srgbClr val="76475E"/>
              </a:gs>
              <a:gs pos="50000">
                <a:srgbClr val="FF99CC"/>
              </a:gs>
              <a:gs pos="100000">
                <a:srgbClr val="76475E"/>
              </a:gs>
            </a:gsLst>
            <a:lin ang="27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chemeClr val="accent2"/>
              </a:buClr>
              <a:buSzPts val="2400"/>
              <a:buFont typeface="Times New Roman"/>
              <a:buNone/>
            </a:pPr>
            <a:r>
              <a:rPr b="1" i="0" lang="es-AR" sz="2400" u="none" cap="none" strike="noStrike">
                <a:solidFill>
                  <a:schemeClr val="accent2"/>
                </a:solidFill>
                <a:latin typeface="Times New Roman"/>
                <a:ea typeface="Times New Roman"/>
                <a:cs typeface="Times New Roman"/>
                <a:sym typeface="Times New Roman"/>
              </a:rPr>
              <a:t>Text Segment</a:t>
            </a:r>
            <a:endParaRPr b="1" i="0" sz="2400" u="none" cap="none" strike="noStrike">
              <a:solidFill>
                <a:schemeClr val="dk1"/>
              </a:solidFill>
              <a:latin typeface="Times New Roman"/>
              <a:ea typeface="Times New Roman"/>
              <a:cs typeface="Times New Roman"/>
              <a:sym typeface="Times New Roman"/>
            </a:endParaRPr>
          </a:p>
        </p:txBody>
      </p:sp>
      <p:sp>
        <p:nvSpPr>
          <p:cNvPr id="217" name="Google Shape;217;p9"/>
          <p:cNvSpPr/>
          <p:nvPr/>
        </p:nvSpPr>
        <p:spPr>
          <a:xfrm>
            <a:off x="3276600" y="4306491"/>
            <a:ext cx="609600" cy="285900"/>
          </a:xfrm>
          <a:prstGeom prst="rightArrow">
            <a:avLst>
              <a:gd fmla="val 50000" name="adj1"/>
              <a:gd fmla="val 40000" name="adj2"/>
            </a:avLst>
          </a:prstGeom>
          <a:gradFill>
            <a:gsLst>
              <a:gs pos="0">
                <a:srgbClr val="76475E"/>
              </a:gs>
              <a:gs pos="50000">
                <a:srgbClr val="FF99CC"/>
              </a:gs>
              <a:gs pos="100000">
                <a:srgbClr val="76475E"/>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218" name="Google Shape;218;p9"/>
          <p:cNvSpPr/>
          <p:nvPr/>
        </p:nvSpPr>
        <p:spPr>
          <a:xfrm>
            <a:off x="3276600" y="3714750"/>
            <a:ext cx="609600" cy="285900"/>
          </a:xfrm>
          <a:prstGeom prst="rightArrow">
            <a:avLst>
              <a:gd fmla="val 50000" name="adj1"/>
              <a:gd fmla="val 40000" name="adj2"/>
            </a:avLst>
          </a:prstGeom>
          <a:gradFill>
            <a:gsLst>
              <a:gs pos="0">
                <a:srgbClr val="5E4776"/>
              </a:gs>
              <a:gs pos="50000">
                <a:srgbClr val="CC99FF"/>
              </a:gs>
              <a:gs pos="100000">
                <a:srgbClr val="5E4776"/>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219" name="Google Shape;219;p9"/>
          <p:cNvSpPr/>
          <p:nvPr/>
        </p:nvSpPr>
        <p:spPr>
          <a:xfrm rot="-680953">
            <a:off x="3281158" y="3053901"/>
            <a:ext cx="600645" cy="293117"/>
          </a:xfrm>
          <a:prstGeom prst="rightArrow">
            <a:avLst>
              <a:gd fmla="val 50000" name="adj1"/>
              <a:gd fmla="val 40000" name="adj2"/>
            </a:avLst>
          </a:prstGeom>
          <a:gradFill>
            <a:gsLst>
              <a:gs pos="0">
                <a:srgbClr val="008F6B"/>
              </a:gs>
              <a:gs pos="50000">
                <a:schemeClr val="accent1"/>
              </a:gs>
              <a:gs pos="100000">
                <a:srgbClr val="008F6B"/>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urier New"/>
              <a:ea typeface="Courier New"/>
              <a:cs typeface="Courier New"/>
              <a:sym typeface="Courier New"/>
            </a:endParaRPr>
          </a:p>
        </p:txBody>
      </p:sp>
      <p:sp>
        <p:nvSpPr>
          <p:cNvPr id="220" name="Google Shape;220;p9"/>
          <p:cNvSpPr/>
          <p:nvPr/>
        </p:nvSpPr>
        <p:spPr>
          <a:xfrm>
            <a:off x="5057775" y="2035969"/>
            <a:ext cx="609600" cy="457200"/>
          </a:xfrm>
          <a:prstGeom prst="upDownArrow">
            <a:avLst>
              <a:gd fmla="val 50000" name="adj1"/>
              <a:gd fmla="val 20000" name="adj2"/>
            </a:avLst>
          </a:prstGeom>
          <a:gradFill>
            <a:gsLst>
              <a:gs pos="0">
                <a:srgbClr val="765E00"/>
              </a:gs>
              <a:gs pos="50000">
                <a:srgbClr val="FFCC00"/>
              </a:gs>
              <a:gs pos="100000">
                <a:srgbClr val="765E00"/>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221" name="Google Shape;221;p9"/>
          <p:cNvSpPr/>
          <p:nvPr/>
        </p:nvSpPr>
        <p:spPr>
          <a:xfrm>
            <a:off x="6629400" y="857250"/>
            <a:ext cx="1638300" cy="1390649"/>
          </a:xfrm>
          <a:custGeom>
            <a:rect b="b" l="l" r="r" t="t"/>
            <a:pathLst>
              <a:path extrusionOk="0" h="864" w="1032">
                <a:moveTo>
                  <a:pt x="0" y="0"/>
                </a:moveTo>
                <a:cubicBezTo>
                  <a:pt x="332" y="108"/>
                  <a:pt x="664" y="216"/>
                  <a:pt x="816" y="336"/>
                </a:cubicBezTo>
                <a:cubicBezTo>
                  <a:pt x="968" y="456"/>
                  <a:pt x="1032" y="632"/>
                  <a:pt x="912" y="720"/>
                </a:cubicBezTo>
                <a:cubicBezTo>
                  <a:pt x="792" y="808"/>
                  <a:pt x="232" y="816"/>
                  <a:pt x="96" y="864"/>
                </a:cubicBezTo>
              </a:path>
            </a:pathLst>
          </a:custGeom>
          <a:noFill/>
          <a:ln cap="flat" cmpd="sng" w="66675">
            <a:solidFill>
              <a:srgbClr val="3366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0"/>
          <p:cNvSpPr txBox="1"/>
          <p:nvPr>
            <p:ph type="title"/>
          </p:nvPr>
        </p:nvSpPr>
        <p:spPr>
          <a:xfrm>
            <a:off x="685800" y="228600"/>
            <a:ext cx="7772400" cy="399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1" lang="es-AR" sz="3800"/>
              <a:t>El uso del “Heap”</a:t>
            </a:r>
            <a:endParaRPr/>
          </a:p>
        </p:txBody>
      </p:sp>
      <p:sp>
        <p:nvSpPr>
          <p:cNvPr id="227" name="Google Shape;227;p10"/>
          <p:cNvSpPr txBox="1"/>
          <p:nvPr/>
        </p:nvSpPr>
        <p:spPr>
          <a:xfrm>
            <a:off x="304800" y="742950"/>
            <a:ext cx="8382000" cy="143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accent2"/>
              </a:buClr>
              <a:buSzPts val="2400"/>
              <a:buFont typeface="Comic Sans MS"/>
              <a:buNone/>
            </a:pPr>
            <a:r>
              <a:rPr b="1" i="0" lang="es-AR" sz="2400" u="none" cap="none" strike="noStrike">
                <a:solidFill>
                  <a:schemeClr val="accent2"/>
                </a:solidFill>
                <a:latin typeface="Comic Sans MS"/>
                <a:ea typeface="Comic Sans MS"/>
                <a:cs typeface="Comic Sans MS"/>
                <a:sym typeface="Comic Sans MS"/>
              </a:rPr>
              <a:t>El “heap” forma parte de la memoria asignada a un </a:t>
            </a:r>
            <a:r>
              <a:rPr b="1" i="0" lang="es-AR" sz="2400" u="sng" cap="none" strike="noStrike">
                <a:solidFill>
                  <a:schemeClr val="accent2"/>
                </a:solidFill>
                <a:latin typeface="Comic Sans MS"/>
                <a:ea typeface="Comic Sans MS"/>
                <a:cs typeface="Comic Sans MS"/>
                <a:sym typeface="Comic Sans MS"/>
              </a:rPr>
              <a:t>proceso</a:t>
            </a:r>
            <a:r>
              <a:rPr b="1" i="0" lang="es-AR" sz="2400" u="none" cap="none" strike="noStrike">
                <a:solidFill>
                  <a:schemeClr val="accent2"/>
                </a:solidFill>
                <a:latin typeface="Comic Sans MS"/>
                <a:ea typeface="Comic Sans MS"/>
                <a:cs typeface="Comic Sans MS"/>
                <a:sym typeface="Comic Sans MS"/>
              </a:rPr>
              <a:t> (programa en ejecución) por el sistema operativo. El mismo se fracciona en forma dinámica en bloques de distintos tamaños cada vez que un proceso solicita un bloque mediante la invocación a </a:t>
            </a:r>
            <a:r>
              <a:rPr b="1" i="0" lang="es-AR" sz="2400" u="none" cap="none" strike="noStrike">
                <a:solidFill>
                  <a:schemeClr val="accent2"/>
                </a:solidFill>
                <a:latin typeface="Courier New"/>
                <a:ea typeface="Courier New"/>
                <a:cs typeface="Courier New"/>
                <a:sym typeface="Courier New"/>
              </a:rPr>
              <a:t>malloc</a:t>
            </a:r>
            <a:r>
              <a:rPr b="1" i="0" lang="es-AR" sz="2400" u="none" cap="none" strike="noStrike">
                <a:solidFill>
                  <a:schemeClr val="accent2"/>
                </a:solidFill>
                <a:latin typeface="Comic Sans MS"/>
                <a:ea typeface="Comic Sans MS"/>
                <a:cs typeface="Comic Sans MS"/>
                <a:sym typeface="Comic Sans MS"/>
              </a:rPr>
              <a:t>.</a:t>
            </a:r>
            <a:endParaRPr b="1" i="0" sz="2400" u="none" cap="none" strike="noStrike">
              <a:solidFill>
                <a:schemeClr val="accent2"/>
              </a:solidFill>
              <a:latin typeface="Comic Sans MS"/>
              <a:ea typeface="Comic Sans MS"/>
              <a:cs typeface="Comic Sans MS"/>
              <a:sym typeface="Comic Sans MS"/>
            </a:endParaRPr>
          </a:p>
        </p:txBody>
      </p:sp>
      <p:graphicFrame>
        <p:nvGraphicFramePr>
          <p:cNvPr id="228" name="Google Shape;228;p10"/>
          <p:cNvGraphicFramePr/>
          <p:nvPr/>
        </p:nvGraphicFramePr>
        <p:xfrm>
          <a:off x="636588" y="2388394"/>
          <a:ext cx="3000000" cy="3000000"/>
        </p:xfrm>
        <a:graphic>
          <a:graphicData uri="http://schemas.openxmlformats.org/drawingml/2006/table">
            <a:tbl>
              <a:tblPr>
                <a:noFill/>
                <a:tableStyleId>{ABAF4DC3-32E4-4D2D-857D-5B94BFF7E618}</a:tableStyleId>
              </a:tblPr>
              <a:tblGrid>
                <a:gridCol w="533400"/>
                <a:gridCol w="498475"/>
                <a:gridCol w="514350"/>
                <a:gridCol w="512750"/>
                <a:gridCol w="517525"/>
                <a:gridCol w="515950"/>
                <a:gridCol w="514350"/>
                <a:gridCol w="515925"/>
                <a:gridCol w="515950"/>
                <a:gridCol w="515925"/>
                <a:gridCol w="515950"/>
                <a:gridCol w="515925"/>
                <a:gridCol w="515950"/>
                <a:gridCol w="515925"/>
                <a:gridCol w="515950"/>
                <a:gridCol w="515925"/>
              </a:tblGrid>
              <a:tr h="297250">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0</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1</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2</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3</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4</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5</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6</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7</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8</a:t>
                      </a:r>
                      <a:endParaRPr sz="1100" u="none" cap="none" strike="noStrike"/>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9</a:t>
                      </a:r>
                      <a:endParaRPr sz="1100" u="none" cap="none" strike="noStrike"/>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A</a:t>
                      </a:r>
                      <a:endParaRPr sz="1100" u="none" cap="none" strike="noStrike"/>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B</a:t>
                      </a:r>
                      <a:endParaRPr sz="1100" u="none" cap="none" strike="noStrike"/>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C</a:t>
                      </a:r>
                      <a:endParaRPr sz="1100" u="none" cap="none" strike="noStrike"/>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D</a:t>
                      </a:r>
                      <a:endParaRPr sz="1100" u="none" cap="none" strike="noStrike"/>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E</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F</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r>
              <a:tr h="313200">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r>
              <a:tr h="313200">
                <a:tc gridSpan="8">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33CCCC"/>
                        </a:gs>
                        <a:gs pos="100000">
                          <a:srgbClr val="2AA9A9"/>
                        </a:gs>
                      </a:gsLst>
                      <a:path path="circle">
                        <a:fillToRect b="50%" l="50%" r="50%" t="50%"/>
                      </a:path>
                      <a:tileRect/>
                    </a:gradFill>
                  </a:tcPr>
                </a:tc>
                <a:tc hMerge="1"/>
                <a:tc hMerge="1"/>
                <a:tc hMerge="1"/>
                <a:tc hMerge="1"/>
                <a:tc hMerge="1"/>
                <a:tc hMerge="1"/>
                <a:tc hMerge="1"/>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gridSpan="2">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FF33CC"/>
                        </a:gs>
                        <a:gs pos="100000">
                          <a:srgbClr val="D32AA9"/>
                        </a:gs>
                      </a:gsLst>
                      <a:path path="circle">
                        <a:fillToRect b="50%" l="50%" r="50%" t="50%"/>
                      </a:path>
                      <a:tileRect/>
                    </a:gradFill>
                  </a:tcPr>
                </a:tc>
                <a:tc hMerge="1"/>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gridSpan="2">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chemeClr val="hlink"/>
                        </a:gs>
                        <a:gs pos="100000">
                          <a:srgbClr val="A9A9D3"/>
                        </a:gs>
                      </a:gsLst>
                      <a:path path="circle">
                        <a:fillToRect b="50%" l="50%" r="50%" t="50%"/>
                      </a:path>
                      <a:tileRect/>
                    </a:gradFill>
                  </a:tcPr>
                </a:tc>
                <a:tc hMerge="1"/>
              </a:tr>
              <a:tr h="33462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gridSpan="2">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chemeClr val="accent1"/>
                        </a:gs>
                        <a:gs pos="100000">
                          <a:srgbClr val="00A97E"/>
                        </a:gs>
                      </a:gsLst>
                      <a:path path="circle">
                        <a:fillToRect b="50%" l="50%" r="50%" t="50%"/>
                      </a:path>
                      <a:tileRect/>
                    </a:gradFill>
                  </a:tcPr>
                </a:tc>
                <a:tc hMerge="1"/>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gridSpan="8">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FF3300"/>
                        </a:gs>
                        <a:gs pos="100000">
                          <a:srgbClr val="D32A00"/>
                        </a:gs>
                      </a:gsLst>
                      <a:path path="circle">
                        <a:fillToRect b="50%" l="50%" r="50%" t="50%"/>
                      </a:path>
                      <a:tileRect/>
                    </a:gradFill>
                  </a:tcPr>
                </a:tc>
                <a:tc hMerge="1"/>
                <a:tc hMerge="1"/>
                <a:tc hMerge="1"/>
                <a:tc hMerge="1"/>
                <a:tc hMerge="1"/>
                <a:tc hMerge="1"/>
                <a:tc hMerge="1"/>
              </a:tr>
              <a:tr h="333450">
                <a:tc gridSpan="16">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hMerge="1"/>
                <a:tc hMerge="1"/>
                <a:tc hMerge="1"/>
                <a:tc hMerge="1"/>
                <a:tc hMerge="1"/>
                <a:tc hMerge="1"/>
                <a:tc hMerge="1"/>
                <a:tc hMerge="1"/>
                <a:tc hMerge="1"/>
                <a:tc hMerge="1"/>
                <a:tc hMerge="1"/>
                <a:tc hMerge="1"/>
                <a:tc hMerge="1"/>
                <a:tc hMerge="1"/>
                <a:tc hMerge="1"/>
              </a:tr>
              <a:tr h="334625">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9933FF"/>
                        </a:gs>
                        <a:gs pos="100000">
                          <a:srgbClr val="7E2A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FFCC00"/>
                        </a:gs>
                        <a:gs pos="100000">
                          <a:srgbClr val="D3A9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gridSpan="2">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99CCFF"/>
                        </a:gs>
                        <a:gs pos="100000">
                          <a:srgbClr val="8FBEEE"/>
                        </a:gs>
                      </a:gsLst>
                      <a:path path="circle">
                        <a:fillToRect b="50%" l="50%" r="50%" t="50%"/>
                      </a:path>
                      <a:tileRect/>
                    </a:gradFill>
                  </a:tcPr>
                </a:tc>
                <a:tc hMerge="1"/>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gridSpan="4">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chemeClr val="accent2"/>
                        </a:gs>
                        <a:gs pos="100000">
                          <a:srgbClr val="2A2AA9"/>
                        </a:gs>
                      </a:gsLst>
                      <a:path path="circle">
                        <a:fillToRect b="50%" l="50%" r="50%" t="50%"/>
                      </a:path>
                      <a:tileRect/>
                    </a:gradFill>
                  </a:tcPr>
                </a:tc>
                <a:tc hMerge="1"/>
                <a:tc hMerge="1"/>
                <a:tc hMerge="1"/>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r>
              <a:tr h="304850">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r>
            </a:tbl>
          </a:graphicData>
        </a:graphic>
      </p:graphicFrame>
      <p:grpSp>
        <p:nvGrpSpPr>
          <p:cNvPr id="229" name="Google Shape;229;p10"/>
          <p:cNvGrpSpPr/>
          <p:nvPr/>
        </p:nvGrpSpPr>
        <p:grpSpPr>
          <a:xfrm>
            <a:off x="0" y="3359944"/>
            <a:ext cx="762000" cy="640556"/>
            <a:chOff x="1968" y="1440"/>
            <a:chExt cx="480" cy="538"/>
          </a:xfrm>
        </p:grpSpPr>
        <p:sp>
          <p:nvSpPr>
            <p:cNvPr id="230" name="Google Shape;230;p10"/>
            <p:cNvSpPr txBox="1"/>
            <p:nvPr/>
          </p:nvSpPr>
          <p:spPr>
            <a:xfrm>
              <a:off x="1968" y="1440"/>
              <a:ext cx="4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FF2</a:t>
              </a:r>
              <a:endParaRPr b="1" i="0" sz="2000" u="none" cap="none" strike="noStrike">
                <a:solidFill>
                  <a:schemeClr val="dk1"/>
                </a:solidFill>
                <a:latin typeface="Courier New"/>
                <a:ea typeface="Courier New"/>
                <a:cs typeface="Courier New"/>
                <a:sym typeface="Courier New"/>
              </a:endParaRPr>
            </a:p>
          </p:txBody>
        </p:sp>
        <p:sp>
          <p:nvSpPr>
            <p:cNvPr id="231" name="Google Shape;231;p10"/>
            <p:cNvSpPr txBox="1"/>
            <p:nvPr/>
          </p:nvSpPr>
          <p:spPr>
            <a:xfrm>
              <a:off x="1968" y="1728"/>
              <a:ext cx="4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FF3</a:t>
              </a:r>
              <a:endParaRPr b="1" i="0" sz="2000" u="none" cap="none" strike="noStrike">
                <a:solidFill>
                  <a:schemeClr val="dk1"/>
                </a:solidFill>
                <a:latin typeface="Courier New"/>
                <a:ea typeface="Courier New"/>
                <a:cs typeface="Courier New"/>
                <a:sym typeface="Courier New"/>
              </a:endParaRPr>
            </a:p>
          </p:txBody>
        </p:sp>
      </p:grpSp>
      <p:grpSp>
        <p:nvGrpSpPr>
          <p:cNvPr id="232" name="Google Shape;232;p10"/>
          <p:cNvGrpSpPr/>
          <p:nvPr/>
        </p:nvGrpSpPr>
        <p:grpSpPr>
          <a:xfrm>
            <a:off x="0" y="2731294"/>
            <a:ext cx="762000" cy="640556"/>
            <a:chOff x="1968" y="1440"/>
            <a:chExt cx="480" cy="538"/>
          </a:xfrm>
        </p:grpSpPr>
        <p:sp>
          <p:nvSpPr>
            <p:cNvPr id="233" name="Google Shape;233;p10"/>
            <p:cNvSpPr txBox="1"/>
            <p:nvPr/>
          </p:nvSpPr>
          <p:spPr>
            <a:xfrm>
              <a:off x="1968" y="1440"/>
              <a:ext cx="4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FF0</a:t>
              </a:r>
              <a:endParaRPr b="1" i="0" sz="2000" u="none" cap="none" strike="noStrike">
                <a:solidFill>
                  <a:schemeClr val="dk1"/>
                </a:solidFill>
                <a:latin typeface="Courier New"/>
                <a:ea typeface="Courier New"/>
                <a:cs typeface="Courier New"/>
                <a:sym typeface="Courier New"/>
              </a:endParaRPr>
            </a:p>
          </p:txBody>
        </p:sp>
        <p:sp>
          <p:nvSpPr>
            <p:cNvPr id="234" name="Google Shape;234;p10"/>
            <p:cNvSpPr txBox="1"/>
            <p:nvPr/>
          </p:nvSpPr>
          <p:spPr>
            <a:xfrm>
              <a:off x="1968" y="1728"/>
              <a:ext cx="4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FF1</a:t>
              </a:r>
              <a:endParaRPr b="1" i="0" sz="2000" u="none" cap="none" strike="noStrike">
                <a:solidFill>
                  <a:schemeClr val="dk1"/>
                </a:solidFill>
                <a:latin typeface="Courier New"/>
                <a:ea typeface="Courier New"/>
                <a:cs typeface="Courier New"/>
                <a:sym typeface="Courier New"/>
              </a:endParaRPr>
            </a:p>
          </p:txBody>
        </p:sp>
      </p:grpSp>
      <p:grpSp>
        <p:nvGrpSpPr>
          <p:cNvPr id="235" name="Google Shape;235;p10"/>
          <p:cNvGrpSpPr/>
          <p:nvPr/>
        </p:nvGrpSpPr>
        <p:grpSpPr>
          <a:xfrm>
            <a:off x="0" y="3988594"/>
            <a:ext cx="762000" cy="640556"/>
            <a:chOff x="1968" y="1440"/>
            <a:chExt cx="480" cy="538"/>
          </a:xfrm>
        </p:grpSpPr>
        <p:sp>
          <p:nvSpPr>
            <p:cNvPr id="236" name="Google Shape;236;p10"/>
            <p:cNvSpPr txBox="1"/>
            <p:nvPr/>
          </p:nvSpPr>
          <p:spPr>
            <a:xfrm>
              <a:off x="1968" y="1440"/>
              <a:ext cx="4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FF4</a:t>
              </a:r>
              <a:endParaRPr b="1" i="0" sz="2000" u="none" cap="none" strike="noStrike">
                <a:solidFill>
                  <a:schemeClr val="dk1"/>
                </a:solidFill>
                <a:latin typeface="Courier New"/>
                <a:ea typeface="Courier New"/>
                <a:cs typeface="Courier New"/>
                <a:sym typeface="Courier New"/>
              </a:endParaRPr>
            </a:p>
          </p:txBody>
        </p:sp>
        <p:sp>
          <p:nvSpPr>
            <p:cNvPr id="237" name="Google Shape;237;p10"/>
            <p:cNvSpPr txBox="1"/>
            <p:nvPr/>
          </p:nvSpPr>
          <p:spPr>
            <a:xfrm>
              <a:off x="1968" y="1728"/>
              <a:ext cx="48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urier New"/>
                <a:buNone/>
              </a:pPr>
              <a:r>
                <a:rPr b="1" i="0" lang="es-AR" sz="2000" u="none" cap="none" strike="noStrike">
                  <a:solidFill>
                    <a:schemeClr val="dk1"/>
                  </a:solidFill>
                  <a:latin typeface="Courier New"/>
                  <a:ea typeface="Courier New"/>
                  <a:cs typeface="Courier New"/>
                  <a:sym typeface="Courier New"/>
                </a:rPr>
                <a:t>FF5</a:t>
              </a:r>
              <a:endParaRPr b="1" i="0" sz="2000" u="none" cap="none" strike="noStrike">
                <a:solidFill>
                  <a:schemeClr val="dk1"/>
                </a:solidFill>
                <a:latin typeface="Courier New"/>
                <a:ea typeface="Courier New"/>
                <a:cs typeface="Courier New"/>
                <a:sym typeface="Courier New"/>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1"/>
          <p:cNvSpPr/>
          <p:nvPr/>
        </p:nvSpPr>
        <p:spPr>
          <a:xfrm>
            <a:off x="76200" y="57150"/>
            <a:ext cx="8686800" cy="4912200"/>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243" name="Google Shape;243;p11"/>
          <p:cNvSpPr txBox="1"/>
          <p:nvPr/>
        </p:nvSpPr>
        <p:spPr>
          <a:xfrm>
            <a:off x="152400" y="66675"/>
            <a:ext cx="8153400" cy="4558800"/>
          </a:xfrm>
          <a:prstGeom prst="rect">
            <a:avLst/>
          </a:prstGeom>
          <a:noFill/>
          <a:ln>
            <a:noFill/>
          </a:ln>
        </p:spPr>
        <p:txBody>
          <a:bodyPr anchorCtr="0" anchor="t" bIns="45700" lIns="91425" spcFirstLastPara="1" rIns="91425" wrap="square" tIns="45700">
            <a:spAutoFit/>
          </a:bodyPr>
          <a:lstStyle/>
          <a:p>
            <a:pPr indent="0" lvl="0" marL="0" marR="0" rtl="0" algn="just">
              <a:lnSpc>
                <a:spcPct val="80000"/>
              </a:lnSpc>
              <a:spcBef>
                <a:spcPts val="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#include &lt;stdlib.h&gt;</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#include &lt;errno.h&gt;</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int * arrDin;</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Times New Roman"/>
              <a:buNone/>
            </a:pPr>
            <a:r>
              <a:t/>
            </a:r>
            <a:endParaRPr b="1" i="0" sz="1800" u="none" cap="none" strike="noStrike">
              <a:solidFill>
                <a:schemeClr val="dk1"/>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1" lang="es-AR" sz="1800" u="none" cap="none" strike="noStrike">
                <a:solidFill>
                  <a:schemeClr val="dk1"/>
                </a:solidFill>
                <a:latin typeface="Consolas"/>
                <a:ea typeface="Consolas"/>
                <a:cs typeface="Consolas"/>
                <a:sym typeface="Consolas"/>
              </a:rPr>
              <a:t>/* Crea dinámicamente un arreglo de 10 enteros */</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errno = 0;</a:t>
            </a:r>
            <a:endParaRPr b="1" i="0" sz="1800" u="none" cap="none" strike="noStrike">
              <a:solidFill>
                <a:schemeClr val="dk1"/>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arrDin = malloc(10 * sizeof(int));</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Times New Roman"/>
              <a:buNone/>
            </a:pPr>
            <a:r>
              <a:t/>
            </a:r>
            <a:endParaRPr b="1" i="0" sz="1800" u="none" cap="none" strike="noStrike">
              <a:solidFill>
                <a:schemeClr val="dk1"/>
              </a:solidFill>
              <a:latin typeface="Consolas"/>
              <a:ea typeface="Consolas"/>
              <a:cs typeface="Consolas"/>
              <a:sym typeface="Consolas"/>
            </a:endParaRPr>
          </a:p>
          <a:p>
            <a:pPr indent="0" lvl="0" marL="0" marR="0" rtl="0" algn="just">
              <a:lnSpc>
                <a:spcPct val="80000"/>
              </a:lnSpc>
              <a:spcBef>
                <a:spcPts val="100"/>
              </a:spcBef>
              <a:spcAft>
                <a:spcPts val="0"/>
              </a:spcAft>
              <a:buClr>
                <a:srgbClr val="FF3300"/>
              </a:buClr>
              <a:buSzPts val="2000"/>
              <a:buFont typeface="Courier New"/>
              <a:buNone/>
            </a:pPr>
            <a:r>
              <a:rPr b="1" i="0" lang="es-AR" sz="1800" u="none" cap="none" strike="noStrike">
                <a:solidFill>
                  <a:srgbClr val="FF3300"/>
                </a:solidFill>
                <a:latin typeface="Consolas"/>
                <a:ea typeface="Consolas"/>
                <a:cs typeface="Consolas"/>
                <a:sym typeface="Consolas"/>
              </a:rPr>
              <a:t>if (errno != ENOMEM)</a:t>
            </a:r>
            <a:r>
              <a:rPr b="1" i="0" lang="es-AR" sz="1800" u="none" cap="none" strike="noStrike">
                <a:solidFill>
                  <a:schemeClr val="dk1"/>
                </a:solidFill>
                <a:latin typeface="Consolas"/>
                <a:ea typeface="Consolas"/>
                <a:cs typeface="Consolas"/>
                <a:sym typeface="Consolas"/>
              </a:rPr>
              <a:t>  </a:t>
            </a:r>
            <a:r>
              <a:rPr b="1" i="1" lang="es-AR" sz="1800" u="none" cap="none" strike="noStrike">
                <a:solidFill>
                  <a:schemeClr val="dk1"/>
                </a:solidFill>
                <a:latin typeface="Consolas"/>
                <a:ea typeface="Consolas"/>
                <a:cs typeface="Consolas"/>
                <a:sym typeface="Consolas"/>
              </a:rPr>
              <a:t>/* Hay memoria ? */</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  </a:t>
            </a:r>
            <a:r>
              <a:rPr b="1" i="1" lang="es-AR" sz="1800" u="none" cap="none" strike="noStrike">
                <a:solidFill>
                  <a:schemeClr val="dk1"/>
                </a:solidFill>
                <a:latin typeface="Consolas"/>
                <a:ea typeface="Consolas"/>
                <a:cs typeface="Consolas"/>
                <a:sym typeface="Consolas"/>
              </a:rPr>
              <a:t>/* Almacena el valor 12 en la 2da. posición */</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  arrDin[1] = 12;</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  </a:t>
            </a:r>
            <a:r>
              <a:rPr b="1" i="1" lang="es-AR" sz="1800" u="none" cap="none" strike="noStrike">
                <a:solidFill>
                  <a:schemeClr val="dk1"/>
                </a:solidFill>
                <a:latin typeface="Consolas"/>
                <a:ea typeface="Consolas"/>
                <a:cs typeface="Consolas"/>
                <a:sym typeface="Consolas"/>
              </a:rPr>
              <a:t>/* Almacena el valor 18 en la 3ra. posición */</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  *(arrDin + 2) = 18;</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  </a:t>
            </a:r>
            <a:r>
              <a:rPr b="1" i="1" lang="es-AR" sz="1800" u="none" cap="none" strike="noStrike">
                <a:solidFill>
                  <a:schemeClr val="dk1"/>
                </a:solidFill>
                <a:latin typeface="Consolas"/>
                <a:ea typeface="Consolas"/>
                <a:cs typeface="Consolas"/>
                <a:sym typeface="Consolas"/>
              </a:rPr>
              <a:t>/* Imprime el valor de la 3ra. posición */</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  printf("El 3er. valor es %d\", arrDin[2]);</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  </a:t>
            </a:r>
            <a:r>
              <a:rPr b="1" i="1" lang="es-AR" sz="1800" u="none" cap="none" strike="noStrike">
                <a:solidFill>
                  <a:schemeClr val="dk1"/>
                </a:solidFill>
                <a:latin typeface="Consolas"/>
                <a:ea typeface="Consolas"/>
                <a:cs typeface="Consolas"/>
                <a:sym typeface="Consolas"/>
              </a:rPr>
              <a:t>/* Libera el arreglo cuando deja de usarlo */</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  free(arrDin);</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a:p>
            <a:pPr indent="0" lvl="0" marL="0" marR="0" rtl="0" algn="just">
              <a:lnSpc>
                <a:spcPct val="80000"/>
              </a:lnSpc>
              <a:spcBef>
                <a:spcPts val="100"/>
              </a:spcBef>
              <a:spcAft>
                <a:spcPts val="0"/>
              </a:spcAft>
              <a:buClr>
                <a:schemeClr val="dk1"/>
              </a:buClr>
              <a:buSzPts val="2000"/>
              <a:buFont typeface="Courier New"/>
              <a:buNone/>
            </a:pPr>
            <a:r>
              <a:rPr b="1" i="0" lang="es-AR" sz="1800" u="none" cap="none" strike="noStrike">
                <a:solidFill>
                  <a:schemeClr val="dk1"/>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2"/>
          <p:cNvSpPr/>
          <p:nvPr/>
        </p:nvSpPr>
        <p:spPr>
          <a:xfrm flipH="1" rot="10800000">
            <a:off x="228600" y="1047900"/>
            <a:ext cx="8305800" cy="1657200"/>
          </a:xfrm>
          <a:prstGeom prst="verticalScroll">
            <a:avLst>
              <a:gd fmla="val 14796" name="adj"/>
            </a:avLst>
          </a:prstGeom>
          <a:solidFill>
            <a:srgbClr val="FFCC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249" name="Google Shape;249;p12"/>
          <p:cNvSpPr txBox="1"/>
          <p:nvPr>
            <p:ph type="title"/>
          </p:nvPr>
        </p:nvSpPr>
        <p:spPr>
          <a:xfrm>
            <a:off x="304800" y="133350"/>
            <a:ext cx="65532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s-AR" sz="4000">
                <a:solidFill>
                  <a:schemeClr val="accent2"/>
                </a:solidFill>
              </a:rPr>
              <a:t>St</a:t>
            </a:r>
            <a:r>
              <a:rPr lang="es-AR" sz="4000"/>
              <a:t>andar</a:t>
            </a:r>
            <a:r>
              <a:rPr lang="es-AR" sz="4000">
                <a:solidFill>
                  <a:schemeClr val="accent2"/>
                </a:solidFill>
              </a:rPr>
              <a:t>d</a:t>
            </a:r>
            <a:r>
              <a:rPr lang="es-AR" sz="4000"/>
              <a:t> </a:t>
            </a:r>
            <a:r>
              <a:rPr lang="es-AR" sz="4000">
                <a:solidFill>
                  <a:schemeClr val="dk1"/>
                </a:solidFill>
              </a:rPr>
              <a:t>System</a:t>
            </a:r>
            <a:r>
              <a:rPr lang="es-AR" sz="4000"/>
              <a:t> </a:t>
            </a:r>
            <a:r>
              <a:rPr lang="es-AR" sz="4000">
                <a:solidFill>
                  <a:schemeClr val="accent2"/>
                </a:solidFill>
              </a:rPr>
              <a:t>Lib</a:t>
            </a:r>
            <a:r>
              <a:rPr lang="es-AR" sz="4000"/>
              <a:t>rary</a:t>
            </a:r>
            <a:endParaRPr/>
          </a:p>
        </p:txBody>
      </p:sp>
      <p:pic>
        <p:nvPicPr>
          <p:cNvPr descr="CLIPPED" id="250" name="Google Shape;250;p12"/>
          <p:cNvPicPr preferRelativeResize="0"/>
          <p:nvPr/>
        </p:nvPicPr>
        <p:blipFill rotWithShape="1">
          <a:blip r:embed="rId3">
            <a:alphaModFix/>
          </a:blip>
          <a:srcRect b="0" l="0" r="0" t="0"/>
          <a:stretch/>
        </p:blipFill>
        <p:spPr>
          <a:xfrm>
            <a:off x="6794500" y="38100"/>
            <a:ext cx="1848699" cy="1657350"/>
          </a:xfrm>
          <a:prstGeom prst="rect">
            <a:avLst/>
          </a:prstGeom>
          <a:noFill/>
          <a:ln>
            <a:noFill/>
          </a:ln>
        </p:spPr>
      </p:pic>
      <p:sp>
        <p:nvSpPr>
          <p:cNvPr id="251" name="Google Shape;251;p12"/>
          <p:cNvSpPr txBox="1"/>
          <p:nvPr/>
        </p:nvSpPr>
        <p:spPr>
          <a:xfrm>
            <a:off x="6934200" y="647700"/>
            <a:ext cx="1905000" cy="38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ourier New"/>
              <a:buNone/>
            </a:pPr>
            <a:r>
              <a:rPr b="1" i="0" lang="es-AR" sz="2000" u="none" cap="none" strike="noStrike">
                <a:solidFill>
                  <a:schemeClr val="dk1"/>
                </a:solidFill>
                <a:latin typeface="Courier New"/>
                <a:ea typeface="Courier New"/>
                <a:cs typeface="Courier New"/>
                <a:sym typeface="Courier New"/>
              </a:rPr>
              <a:t>stdlib.h</a:t>
            </a:r>
            <a:endParaRPr b="1" i="0" sz="2000" u="none" cap="none" strike="noStrike">
              <a:solidFill>
                <a:schemeClr val="dk1"/>
              </a:solidFill>
              <a:latin typeface="Courier New"/>
              <a:ea typeface="Courier New"/>
              <a:cs typeface="Courier New"/>
              <a:sym typeface="Courier New"/>
            </a:endParaRPr>
          </a:p>
        </p:txBody>
      </p:sp>
      <p:cxnSp>
        <p:nvCxnSpPr>
          <p:cNvPr id="252" name="Google Shape;252;p12"/>
          <p:cNvCxnSpPr/>
          <p:nvPr/>
        </p:nvCxnSpPr>
        <p:spPr>
          <a:xfrm>
            <a:off x="7315200" y="1104900"/>
            <a:ext cx="1066800" cy="0"/>
          </a:xfrm>
          <a:prstGeom prst="straightConnector1">
            <a:avLst/>
          </a:prstGeom>
          <a:noFill/>
          <a:ln cap="flat" cmpd="sng" w="9525">
            <a:solidFill>
              <a:schemeClr val="dk1"/>
            </a:solidFill>
            <a:prstDash val="solid"/>
            <a:round/>
            <a:headEnd len="sm" w="sm" type="none"/>
            <a:tailEnd len="sm" w="sm" type="none"/>
          </a:ln>
        </p:spPr>
      </p:cxnSp>
      <p:cxnSp>
        <p:nvCxnSpPr>
          <p:cNvPr id="253" name="Google Shape;253;p12"/>
          <p:cNvCxnSpPr/>
          <p:nvPr/>
        </p:nvCxnSpPr>
        <p:spPr>
          <a:xfrm>
            <a:off x="7315200" y="1162050"/>
            <a:ext cx="1066800" cy="0"/>
          </a:xfrm>
          <a:prstGeom prst="straightConnector1">
            <a:avLst/>
          </a:prstGeom>
          <a:noFill/>
          <a:ln cap="flat" cmpd="sng" w="9525">
            <a:solidFill>
              <a:schemeClr val="dk1"/>
            </a:solidFill>
            <a:prstDash val="solid"/>
            <a:round/>
            <a:headEnd len="sm" w="sm" type="none"/>
            <a:tailEnd len="sm" w="sm" type="none"/>
          </a:ln>
        </p:spPr>
      </p:cxnSp>
      <p:cxnSp>
        <p:nvCxnSpPr>
          <p:cNvPr id="254" name="Google Shape;254;p12"/>
          <p:cNvCxnSpPr/>
          <p:nvPr/>
        </p:nvCxnSpPr>
        <p:spPr>
          <a:xfrm>
            <a:off x="7315200" y="1219200"/>
            <a:ext cx="1066800" cy="0"/>
          </a:xfrm>
          <a:prstGeom prst="straightConnector1">
            <a:avLst/>
          </a:prstGeom>
          <a:noFill/>
          <a:ln cap="flat" cmpd="sng" w="9525">
            <a:solidFill>
              <a:schemeClr val="dk1"/>
            </a:solidFill>
            <a:prstDash val="solid"/>
            <a:round/>
            <a:headEnd len="sm" w="sm" type="none"/>
            <a:tailEnd len="sm" w="sm" type="none"/>
          </a:ln>
        </p:spPr>
      </p:cxnSp>
      <p:cxnSp>
        <p:nvCxnSpPr>
          <p:cNvPr id="255" name="Google Shape;255;p12"/>
          <p:cNvCxnSpPr/>
          <p:nvPr/>
        </p:nvCxnSpPr>
        <p:spPr>
          <a:xfrm>
            <a:off x="7315200" y="1276350"/>
            <a:ext cx="1066800" cy="0"/>
          </a:xfrm>
          <a:prstGeom prst="straightConnector1">
            <a:avLst/>
          </a:prstGeom>
          <a:noFill/>
          <a:ln cap="flat" cmpd="sng" w="9525">
            <a:solidFill>
              <a:schemeClr val="dk1"/>
            </a:solidFill>
            <a:prstDash val="solid"/>
            <a:round/>
            <a:headEnd len="sm" w="sm" type="none"/>
            <a:tailEnd len="sm" w="sm" type="none"/>
          </a:ln>
        </p:spPr>
      </p:cxnSp>
      <p:cxnSp>
        <p:nvCxnSpPr>
          <p:cNvPr id="256" name="Google Shape;256;p12"/>
          <p:cNvCxnSpPr/>
          <p:nvPr/>
        </p:nvCxnSpPr>
        <p:spPr>
          <a:xfrm>
            <a:off x="7315200" y="1333500"/>
            <a:ext cx="1066800" cy="0"/>
          </a:xfrm>
          <a:prstGeom prst="straightConnector1">
            <a:avLst/>
          </a:prstGeom>
          <a:noFill/>
          <a:ln cap="flat" cmpd="sng" w="9525">
            <a:solidFill>
              <a:schemeClr val="dk1"/>
            </a:solidFill>
            <a:prstDash val="solid"/>
            <a:round/>
            <a:headEnd len="sm" w="sm" type="none"/>
            <a:tailEnd len="sm" w="sm" type="none"/>
          </a:ln>
        </p:spPr>
      </p:cxnSp>
      <p:cxnSp>
        <p:nvCxnSpPr>
          <p:cNvPr id="257" name="Google Shape;257;p12"/>
          <p:cNvCxnSpPr/>
          <p:nvPr/>
        </p:nvCxnSpPr>
        <p:spPr>
          <a:xfrm>
            <a:off x="7315200" y="647700"/>
            <a:ext cx="1066800" cy="0"/>
          </a:xfrm>
          <a:prstGeom prst="straightConnector1">
            <a:avLst/>
          </a:prstGeom>
          <a:noFill/>
          <a:ln cap="flat" cmpd="sng" w="9525">
            <a:solidFill>
              <a:schemeClr val="dk1"/>
            </a:solidFill>
            <a:prstDash val="solid"/>
            <a:round/>
            <a:headEnd len="sm" w="sm" type="none"/>
            <a:tailEnd len="sm" w="sm" type="none"/>
          </a:ln>
        </p:spPr>
      </p:cxnSp>
      <p:cxnSp>
        <p:nvCxnSpPr>
          <p:cNvPr id="258" name="Google Shape;258;p12"/>
          <p:cNvCxnSpPr/>
          <p:nvPr/>
        </p:nvCxnSpPr>
        <p:spPr>
          <a:xfrm>
            <a:off x="7315200" y="590550"/>
            <a:ext cx="1066800" cy="0"/>
          </a:xfrm>
          <a:prstGeom prst="straightConnector1">
            <a:avLst/>
          </a:prstGeom>
          <a:noFill/>
          <a:ln cap="flat" cmpd="sng" w="9525">
            <a:solidFill>
              <a:schemeClr val="dk1"/>
            </a:solidFill>
            <a:prstDash val="solid"/>
            <a:round/>
            <a:headEnd len="sm" w="sm" type="none"/>
            <a:tailEnd len="sm" w="sm" type="none"/>
          </a:ln>
        </p:spPr>
      </p:cxnSp>
      <p:cxnSp>
        <p:nvCxnSpPr>
          <p:cNvPr id="259" name="Google Shape;259;p12"/>
          <p:cNvCxnSpPr/>
          <p:nvPr/>
        </p:nvCxnSpPr>
        <p:spPr>
          <a:xfrm>
            <a:off x="7315200" y="533400"/>
            <a:ext cx="1066800" cy="0"/>
          </a:xfrm>
          <a:prstGeom prst="straightConnector1">
            <a:avLst/>
          </a:prstGeom>
          <a:noFill/>
          <a:ln cap="flat" cmpd="sng" w="9525">
            <a:solidFill>
              <a:schemeClr val="dk1"/>
            </a:solidFill>
            <a:prstDash val="solid"/>
            <a:round/>
            <a:headEnd len="sm" w="sm" type="none"/>
            <a:tailEnd len="sm" w="sm" type="none"/>
          </a:ln>
        </p:spPr>
      </p:cxnSp>
      <p:cxnSp>
        <p:nvCxnSpPr>
          <p:cNvPr id="260" name="Google Shape;260;p12"/>
          <p:cNvCxnSpPr/>
          <p:nvPr/>
        </p:nvCxnSpPr>
        <p:spPr>
          <a:xfrm>
            <a:off x="7315200" y="476250"/>
            <a:ext cx="1066800" cy="0"/>
          </a:xfrm>
          <a:prstGeom prst="straightConnector1">
            <a:avLst/>
          </a:prstGeom>
          <a:noFill/>
          <a:ln cap="flat" cmpd="sng" w="9525">
            <a:solidFill>
              <a:schemeClr val="dk1"/>
            </a:solidFill>
            <a:prstDash val="solid"/>
            <a:round/>
            <a:headEnd len="sm" w="sm" type="none"/>
            <a:tailEnd len="sm" w="sm" type="none"/>
          </a:ln>
        </p:spPr>
      </p:cxnSp>
      <p:cxnSp>
        <p:nvCxnSpPr>
          <p:cNvPr id="261" name="Google Shape;261;p12"/>
          <p:cNvCxnSpPr/>
          <p:nvPr/>
        </p:nvCxnSpPr>
        <p:spPr>
          <a:xfrm>
            <a:off x="7315200" y="419100"/>
            <a:ext cx="1066800" cy="0"/>
          </a:xfrm>
          <a:prstGeom prst="straightConnector1">
            <a:avLst/>
          </a:prstGeom>
          <a:noFill/>
          <a:ln cap="flat" cmpd="sng" w="9525">
            <a:solidFill>
              <a:schemeClr val="dk1"/>
            </a:solidFill>
            <a:prstDash val="solid"/>
            <a:round/>
            <a:headEnd len="sm" w="sm" type="none"/>
            <a:tailEnd len="sm" w="sm" type="none"/>
          </a:ln>
        </p:spPr>
      </p:cxnSp>
      <p:sp>
        <p:nvSpPr>
          <p:cNvPr id="262" name="Google Shape;262;p12"/>
          <p:cNvSpPr txBox="1"/>
          <p:nvPr/>
        </p:nvSpPr>
        <p:spPr>
          <a:xfrm>
            <a:off x="609600" y="1047900"/>
            <a:ext cx="7543800" cy="133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urier New"/>
              <a:buNone/>
            </a:pPr>
            <a:r>
              <a:rPr b="1" i="0" lang="es-AR" sz="2400" u="none" cap="none" strike="noStrike">
                <a:solidFill>
                  <a:schemeClr val="dk1"/>
                </a:solidFill>
                <a:latin typeface="Courier New"/>
                <a:ea typeface="Courier New"/>
                <a:cs typeface="Courier New"/>
                <a:sym typeface="Courier New"/>
              </a:rPr>
              <a:t>typedef unsigned int size_t;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FF3300"/>
              </a:buClr>
              <a:buSzPts val="2400"/>
              <a:buFont typeface="Courier New"/>
              <a:buNone/>
            </a:pP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calloc(size_t nobj, size_t 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FF3300"/>
              </a:buClr>
              <a:buSzPts val="2400"/>
              <a:buFont typeface="Courier New"/>
              <a:buNone/>
            </a:pP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realloc(</a:t>
            </a:r>
            <a:r>
              <a:rPr b="1" i="0" lang="es-AR" sz="2400" u="none" cap="none" strike="noStrike">
                <a:solidFill>
                  <a:srgbClr val="FF3300"/>
                </a:solidFill>
                <a:latin typeface="Courier New"/>
                <a:ea typeface="Courier New"/>
                <a:cs typeface="Courier New"/>
                <a:sym typeface="Courier New"/>
              </a:rPr>
              <a:t>void *</a:t>
            </a:r>
            <a:r>
              <a:rPr b="1" i="0" lang="es-AR" sz="2400" u="none" cap="none" strike="noStrike">
                <a:solidFill>
                  <a:schemeClr val="dk1"/>
                </a:solidFill>
                <a:latin typeface="Courier New"/>
                <a:ea typeface="Courier New"/>
                <a:cs typeface="Courier New"/>
                <a:sym typeface="Courier New"/>
              </a:rPr>
              <a:t> p, size_t size);</a:t>
            </a:r>
            <a:endParaRPr b="0" i="0" sz="1400" u="none" cap="none" strike="noStrike">
              <a:solidFill>
                <a:srgbClr val="000000"/>
              </a:solidFill>
              <a:latin typeface="Arial"/>
              <a:ea typeface="Arial"/>
              <a:cs typeface="Arial"/>
              <a:sym typeface="Arial"/>
            </a:endParaRPr>
          </a:p>
        </p:txBody>
      </p:sp>
      <p:sp>
        <p:nvSpPr>
          <p:cNvPr id="263" name="Google Shape;263;p12"/>
          <p:cNvSpPr txBox="1"/>
          <p:nvPr/>
        </p:nvSpPr>
        <p:spPr>
          <a:xfrm>
            <a:off x="228600" y="2828925"/>
            <a:ext cx="8686800" cy="890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accent2"/>
              </a:buClr>
              <a:buSzPts val="2400"/>
              <a:buFont typeface="Noto Sans Symbols"/>
              <a:buChar char="❖"/>
            </a:pPr>
            <a:r>
              <a:rPr b="1" i="0" lang="es-AR" sz="2400" u="none" cap="none" strike="noStrike">
                <a:solidFill>
                  <a:schemeClr val="accent2"/>
                </a:solidFill>
                <a:latin typeface="Comic Sans MS"/>
                <a:ea typeface="Comic Sans MS"/>
                <a:cs typeface="Comic Sans MS"/>
                <a:sym typeface="Comic Sans MS"/>
              </a:rPr>
              <a:t> La función </a:t>
            </a:r>
            <a:r>
              <a:rPr b="1" i="0" lang="es-AR" sz="2400" u="none" cap="none" strike="noStrike">
                <a:solidFill>
                  <a:schemeClr val="accent2"/>
                </a:solidFill>
                <a:latin typeface="Courier New"/>
                <a:ea typeface="Courier New"/>
                <a:cs typeface="Courier New"/>
                <a:sym typeface="Courier New"/>
              </a:rPr>
              <a:t>calloc</a:t>
            </a:r>
            <a:r>
              <a:rPr b="1" i="0" lang="es-AR" sz="2400" u="none" cap="none" strike="noStrike">
                <a:solidFill>
                  <a:schemeClr val="accent2"/>
                </a:solidFill>
                <a:latin typeface="Comic Sans MS"/>
                <a:ea typeface="Comic Sans MS"/>
                <a:cs typeface="Comic Sans MS"/>
                <a:sym typeface="Comic Sans MS"/>
              </a:rPr>
              <a:t> retorna en su nombre la dirección de una zona de memoria de </a:t>
            </a:r>
            <a:r>
              <a:rPr b="1" i="0" lang="es-AR" sz="2400" u="none" cap="none" strike="noStrike">
                <a:solidFill>
                  <a:schemeClr val="accent2"/>
                </a:solidFill>
                <a:latin typeface="Courier New"/>
                <a:ea typeface="Courier New"/>
                <a:cs typeface="Courier New"/>
                <a:sym typeface="Courier New"/>
              </a:rPr>
              <a:t>size x nobj </a:t>
            </a:r>
            <a:r>
              <a:rPr b="1" i="0" lang="es-AR" sz="2400" u="none" cap="none" strike="noStrike">
                <a:solidFill>
                  <a:schemeClr val="accent2"/>
                </a:solidFill>
                <a:latin typeface="Comic Sans MS"/>
                <a:ea typeface="Comic Sans MS"/>
                <a:cs typeface="Comic Sans MS"/>
                <a:sym typeface="Comic Sans MS"/>
              </a:rPr>
              <a:t>bytes reservada en forma dinámica e inicializada en cero</a:t>
            </a:r>
            <a:endParaRPr b="1" i="0" sz="2400" u="none" cap="none" strike="noStrike">
              <a:solidFill>
                <a:schemeClr val="accent2"/>
              </a:solidFill>
              <a:latin typeface="Comic Sans MS"/>
              <a:ea typeface="Comic Sans MS"/>
              <a:cs typeface="Comic Sans MS"/>
              <a:sym typeface="Comic Sans MS"/>
            </a:endParaRPr>
          </a:p>
        </p:txBody>
      </p:sp>
      <p:sp>
        <p:nvSpPr>
          <p:cNvPr id="264" name="Google Shape;264;p12"/>
          <p:cNvSpPr txBox="1"/>
          <p:nvPr/>
        </p:nvSpPr>
        <p:spPr>
          <a:xfrm>
            <a:off x="228600" y="3848100"/>
            <a:ext cx="8686800" cy="890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accent2"/>
              </a:buClr>
              <a:buSzPts val="2400"/>
              <a:buFont typeface="Noto Sans Symbols"/>
              <a:buChar char="❖"/>
            </a:pPr>
            <a:r>
              <a:rPr b="1" i="0" lang="es-AR" sz="2400" u="none" cap="none" strike="noStrike">
                <a:solidFill>
                  <a:schemeClr val="accent2"/>
                </a:solidFill>
                <a:latin typeface="Comic Sans MS"/>
                <a:ea typeface="Comic Sans MS"/>
                <a:cs typeface="Comic Sans MS"/>
                <a:sym typeface="Comic Sans MS"/>
              </a:rPr>
              <a:t> La función </a:t>
            </a:r>
            <a:r>
              <a:rPr b="1" i="0" lang="es-AR" sz="2400" u="none" cap="none" strike="noStrike">
                <a:solidFill>
                  <a:schemeClr val="accent2"/>
                </a:solidFill>
                <a:latin typeface="Courier New"/>
                <a:ea typeface="Courier New"/>
                <a:cs typeface="Courier New"/>
                <a:sym typeface="Courier New"/>
              </a:rPr>
              <a:t>realloc</a:t>
            </a:r>
            <a:r>
              <a:rPr b="1" i="0" lang="es-AR" sz="2400" u="none" cap="none" strike="noStrike">
                <a:solidFill>
                  <a:schemeClr val="accent2"/>
                </a:solidFill>
                <a:latin typeface="Comic Sans MS"/>
                <a:ea typeface="Comic Sans MS"/>
                <a:cs typeface="Comic Sans MS"/>
                <a:sym typeface="Comic Sans MS"/>
              </a:rPr>
              <a:t> modifica el tamaño de una zona de memoria previamente reservada que comienza en la dirección </a:t>
            </a:r>
            <a:r>
              <a:rPr b="1" i="0" lang="es-AR" sz="2400" u="none" cap="none" strike="noStrike">
                <a:solidFill>
                  <a:schemeClr val="accent2"/>
                </a:solidFill>
                <a:latin typeface="Courier New"/>
                <a:ea typeface="Courier New"/>
                <a:cs typeface="Courier New"/>
                <a:sym typeface="Courier New"/>
              </a:rPr>
              <a:t>p</a:t>
            </a:r>
            <a:endParaRPr b="1" i="0" sz="2400" u="none" cap="none" strike="noStrike">
              <a:solidFill>
                <a:schemeClr val="accent2"/>
              </a:solidFill>
              <a:latin typeface="Comic Sans MS"/>
              <a:ea typeface="Comic Sans MS"/>
              <a:cs typeface="Comic Sans MS"/>
              <a:sym typeface="Comic Sans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3"/>
          <p:cNvSpPr txBox="1"/>
          <p:nvPr/>
        </p:nvSpPr>
        <p:spPr>
          <a:xfrm>
            <a:off x="533400" y="800100"/>
            <a:ext cx="7924800" cy="1453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1" lang="es-AR" sz="2400" u="none" cap="none" strike="noStrike">
                <a:solidFill>
                  <a:schemeClr val="dk1"/>
                </a:solidFill>
                <a:latin typeface="Times New Roman"/>
                <a:ea typeface="Times New Roman"/>
                <a:cs typeface="Times New Roman"/>
                <a:sym typeface="Times New Roman"/>
              </a:rPr>
              <a:t>Ejercicio: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Times New Roman"/>
              <a:buNone/>
            </a:pPr>
            <a:r>
              <a:rPr b="1" i="1" lang="es-AR" sz="2400" u="none" cap="none" strike="noStrike">
                <a:solidFill>
                  <a:schemeClr val="dk1"/>
                </a:solidFill>
                <a:latin typeface="Times New Roman"/>
                <a:ea typeface="Times New Roman"/>
                <a:cs typeface="Times New Roman"/>
                <a:sym typeface="Times New Roman"/>
              </a:rPr>
              <a:t>	Escribir una función que retorne un conjunto de números reales ingresados por el usuario en un arreglo. La cantidad de números no es constante sino que también debe ser solicitada al usuario.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graphicFrame>
        <p:nvGraphicFramePr>
          <p:cNvPr id="274" name="Google Shape;274;p14"/>
          <p:cNvGraphicFramePr/>
          <p:nvPr/>
        </p:nvGraphicFramePr>
        <p:xfrm>
          <a:off x="457200" y="1815704"/>
          <a:ext cx="3000000" cy="3000000"/>
        </p:xfrm>
        <a:graphic>
          <a:graphicData uri="http://schemas.openxmlformats.org/drawingml/2006/table">
            <a:tbl>
              <a:tblPr>
                <a:noFill/>
                <a:tableStyleId>{ABAF4DC3-32E4-4D2D-857D-5B94BFF7E618}</a:tableStyleId>
              </a:tblPr>
              <a:tblGrid>
                <a:gridCol w="533400"/>
                <a:gridCol w="498475"/>
                <a:gridCol w="514350"/>
                <a:gridCol w="512775"/>
                <a:gridCol w="517525"/>
                <a:gridCol w="515925"/>
                <a:gridCol w="514350"/>
                <a:gridCol w="517525"/>
                <a:gridCol w="514350"/>
                <a:gridCol w="515950"/>
                <a:gridCol w="517525"/>
                <a:gridCol w="512750"/>
                <a:gridCol w="514350"/>
                <a:gridCol w="515950"/>
                <a:gridCol w="515925"/>
                <a:gridCol w="515950"/>
              </a:tblGrid>
              <a:tr h="297275">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0</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1</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2</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3</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4</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5</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6</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7</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8</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9</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A</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B</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C</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D</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E</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AR" sz="1500" u="none" cap="none" strike="noStrike">
                          <a:solidFill>
                            <a:schemeClr val="dk1"/>
                          </a:solidFill>
                          <a:latin typeface="Times New Roman"/>
                          <a:ea typeface="Times New Roman"/>
                          <a:cs typeface="Times New Roman"/>
                          <a:sym typeface="Times New Roman"/>
                        </a:rPr>
                        <a:t>F</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r>
              <a:tr h="347750">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C</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p</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B</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s</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t</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r>
              <a:tr h="346575">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r</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E</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s</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p</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d</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r>
              <a:tr h="346575">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r>
              <a:tr h="346575">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A004</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A009</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A00F</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AR" sz="1700" u="none" cap="none" strike="noStrike">
                          <a:solidFill>
                            <a:schemeClr val="dk1"/>
                          </a:solidFill>
                          <a:latin typeface="Times New Roman"/>
                          <a:ea typeface="Times New Roman"/>
                          <a:cs typeface="Times New Roman"/>
                          <a:sym typeface="Times New Roman"/>
                        </a:rPr>
                        <a:t>A013</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r>
            </a:tbl>
          </a:graphicData>
        </a:graphic>
      </p:graphicFrame>
      <p:sp>
        <p:nvSpPr>
          <p:cNvPr id="275" name="Google Shape;275;p14"/>
          <p:cNvSpPr txBox="1"/>
          <p:nvPr/>
        </p:nvSpPr>
        <p:spPr>
          <a:xfrm>
            <a:off x="76200" y="27375"/>
            <a:ext cx="8748900" cy="1712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1" lang="es-AR" sz="2400" u="none" cap="none" strike="noStrike">
                <a:solidFill>
                  <a:schemeClr val="dk1"/>
                </a:solidFill>
                <a:latin typeface="Times New Roman"/>
                <a:ea typeface="Times New Roman"/>
                <a:cs typeface="Times New Roman"/>
                <a:sym typeface="Times New Roman"/>
              </a:rPr>
              <a:t>Ejercicio: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Times New Roman"/>
              <a:buNone/>
            </a:pPr>
            <a:r>
              <a:rPr b="1" i="1" lang="es-AR" sz="2400" u="none" cap="none" strike="noStrike">
                <a:solidFill>
                  <a:schemeClr val="dk1"/>
                </a:solidFill>
                <a:latin typeface="Times New Roman"/>
                <a:ea typeface="Times New Roman"/>
                <a:cs typeface="Times New Roman"/>
                <a:sym typeface="Times New Roman"/>
              </a:rPr>
              <a:t>	Escribir un programa que construya en forma dinámica la siguiente estructura en memoria. De forma tal que luego sea posible alterar el contenido y la longitud de cada texto. No es necesario que los textos sean almacenados en zona adyacentes.</a:t>
            </a:r>
            <a:endParaRPr b="1" i="1" sz="2400" u="none" cap="none" strike="noStrike">
              <a:solidFill>
                <a:schemeClr val="dk1"/>
              </a:solidFill>
              <a:latin typeface="Times New Roman"/>
              <a:ea typeface="Times New Roman"/>
              <a:cs typeface="Times New Roman"/>
              <a:sym typeface="Times New Roman"/>
            </a:endParaRPr>
          </a:p>
        </p:txBody>
      </p:sp>
      <p:sp>
        <p:nvSpPr>
          <p:cNvPr id="276" name="Google Shape;276;p14"/>
          <p:cNvSpPr txBox="1"/>
          <p:nvPr/>
        </p:nvSpPr>
        <p:spPr>
          <a:xfrm>
            <a:off x="468313" y="4331494"/>
            <a:ext cx="7924800" cy="616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1" lang="es-AR" sz="2400" u="none" cap="none" strike="noStrike">
                <a:solidFill>
                  <a:schemeClr val="dk1"/>
                </a:solidFill>
                <a:latin typeface="Times New Roman"/>
                <a:ea typeface="Times New Roman"/>
                <a:cs typeface="Times New Roman"/>
                <a:sym typeface="Times New Roman"/>
              </a:rPr>
              <a:t>¿Qué debería cambiar si la cantidad de elementos del arreglo también fuera indicada por el usuario?</a:t>
            </a:r>
            <a:endParaRPr b="1" i="1" sz="2400" u="none" cap="none" strike="noStrike">
              <a:solidFill>
                <a:schemeClr val="dk1"/>
              </a:solidFill>
              <a:latin typeface="Times New Roman"/>
              <a:ea typeface="Times New Roman"/>
              <a:cs typeface="Times New Roman"/>
              <a:sym typeface="Times New Roman"/>
            </a:endParaRPr>
          </a:p>
        </p:txBody>
      </p:sp>
      <p:sp>
        <p:nvSpPr>
          <p:cNvPr id="277" name="Google Shape;277;p14"/>
          <p:cNvSpPr txBox="1"/>
          <p:nvPr/>
        </p:nvSpPr>
        <p:spPr>
          <a:xfrm>
            <a:off x="463550" y="3598069"/>
            <a:ext cx="7924800" cy="622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1" lang="es-AR" sz="2400" u="none" cap="none" strike="noStrike">
                <a:solidFill>
                  <a:schemeClr val="dk1"/>
                </a:solidFill>
                <a:latin typeface="Times New Roman"/>
                <a:ea typeface="Times New Roman"/>
                <a:cs typeface="Times New Roman"/>
                <a:sym typeface="Times New Roman"/>
              </a:rPr>
              <a:t>Adaptarlo para que el usuario ingrese por entrada estándar el contenido de cada string.</a:t>
            </a:r>
            <a:endParaRPr b="1" i="1"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0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6"/>
          <p:cNvSpPr txBox="1"/>
          <p:nvPr/>
        </p:nvSpPr>
        <p:spPr>
          <a:xfrm>
            <a:off x="533400" y="800100"/>
            <a:ext cx="7924800" cy="2839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1" i="1" lang="es-AR" sz="2400" u="none" cap="none" strike="noStrike">
                <a:solidFill>
                  <a:schemeClr val="dk1"/>
                </a:solidFill>
                <a:latin typeface="Times New Roman"/>
                <a:ea typeface="Times New Roman"/>
                <a:cs typeface="Times New Roman"/>
                <a:sym typeface="Times New Roman"/>
              </a:rPr>
              <a:t>Ejercicio: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Times New Roman"/>
              <a:buNone/>
            </a:pPr>
            <a:r>
              <a:rPr b="1" i="1" lang="es-AR" sz="2400" u="none" cap="none" strike="noStrike">
                <a:solidFill>
                  <a:schemeClr val="dk1"/>
                </a:solidFill>
                <a:latin typeface="Times New Roman"/>
                <a:ea typeface="Times New Roman"/>
                <a:cs typeface="Times New Roman"/>
                <a:sym typeface="Times New Roman"/>
              </a:rPr>
              <a:t>	Escribir una función que reciba </a:t>
            </a:r>
            <a:endParaRPr b="0" i="0" sz="1400" u="none" cap="none" strike="noStrike">
              <a:solidFill>
                <a:srgbClr val="000000"/>
              </a:solidFill>
              <a:latin typeface="Arial"/>
              <a:ea typeface="Arial"/>
              <a:cs typeface="Arial"/>
              <a:sym typeface="Arial"/>
            </a:endParaRPr>
          </a:p>
          <a:p>
            <a:pPr indent="-152400" lvl="1" marL="457200" marR="0" rtl="0" algn="just">
              <a:lnSpc>
                <a:spcPct val="100000"/>
              </a:lnSpc>
              <a:spcBef>
                <a:spcPts val="0"/>
              </a:spcBef>
              <a:spcAft>
                <a:spcPts val="0"/>
              </a:spcAft>
              <a:buClr>
                <a:schemeClr val="dk1"/>
              </a:buClr>
              <a:buSzPts val="2400"/>
              <a:buFont typeface="Times New Roman"/>
              <a:buChar char="•"/>
            </a:pPr>
            <a:r>
              <a:rPr b="1" i="1" lang="es-AR" sz="2400" u="none" cap="none" strike="noStrike">
                <a:solidFill>
                  <a:schemeClr val="dk1"/>
                </a:solidFill>
                <a:latin typeface="Times New Roman"/>
                <a:ea typeface="Times New Roman"/>
                <a:cs typeface="Times New Roman"/>
                <a:sym typeface="Times New Roman"/>
              </a:rPr>
              <a:t> dos vectores de números enteros ordenados en forma ascendente y sin  repetidos</a:t>
            </a:r>
            <a:endParaRPr b="0" i="0" sz="1400" u="none" cap="none" strike="noStrike">
              <a:solidFill>
                <a:srgbClr val="000000"/>
              </a:solidFill>
              <a:latin typeface="Arial"/>
              <a:ea typeface="Arial"/>
              <a:cs typeface="Arial"/>
              <a:sym typeface="Arial"/>
            </a:endParaRPr>
          </a:p>
          <a:p>
            <a:pPr indent="-152400" lvl="1" marL="457200" marR="0" rtl="0" algn="just">
              <a:lnSpc>
                <a:spcPct val="100000"/>
              </a:lnSpc>
              <a:spcBef>
                <a:spcPts val="0"/>
              </a:spcBef>
              <a:spcAft>
                <a:spcPts val="0"/>
              </a:spcAft>
              <a:buClr>
                <a:schemeClr val="dk1"/>
              </a:buClr>
              <a:buSzPts val="2400"/>
              <a:buFont typeface="Times New Roman"/>
              <a:buChar char="•"/>
            </a:pPr>
            <a:r>
              <a:rPr b="1" i="1" lang="es-AR" sz="2400" u="none" cap="none" strike="noStrike">
                <a:solidFill>
                  <a:schemeClr val="dk1"/>
                </a:solidFill>
                <a:latin typeface="Times New Roman"/>
                <a:ea typeface="Times New Roman"/>
                <a:cs typeface="Times New Roman"/>
                <a:sym typeface="Times New Roman"/>
              </a:rPr>
              <a:t> la dimensión de cada uno</a:t>
            </a:r>
            <a:endParaRPr b="0" i="0" sz="1400" u="none" cap="none" strike="noStrike">
              <a:solidFill>
                <a:srgbClr val="000000"/>
              </a:solidFill>
              <a:latin typeface="Arial"/>
              <a:ea typeface="Arial"/>
              <a:cs typeface="Arial"/>
              <a:sym typeface="Arial"/>
            </a:endParaRPr>
          </a:p>
          <a:p>
            <a:pPr indent="0" lvl="1" marL="457200" marR="0" rtl="0" algn="just">
              <a:lnSpc>
                <a:spcPct val="100000"/>
              </a:lnSpc>
              <a:spcBef>
                <a:spcPts val="0"/>
              </a:spcBef>
              <a:spcAft>
                <a:spcPts val="0"/>
              </a:spcAft>
              <a:buClr>
                <a:schemeClr val="dk1"/>
              </a:buClr>
              <a:buSzPts val="2400"/>
              <a:buFont typeface="Times New Roman"/>
              <a:buNone/>
            </a:pPr>
            <a:r>
              <a:rPr b="1" i="1" lang="es-AR" sz="2400" u="none" cap="none" strike="noStrike">
                <a:solidFill>
                  <a:schemeClr val="dk1"/>
                </a:solidFill>
                <a:latin typeface="Times New Roman"/>
                <a:ea typeface="Times New Roman"/>
                <a:cs typeface="Times New Roman"/>
                <a:sym typeface="Times New Roman"/>
              </a:rPr>
              <a:t>y retorne</a:t>
            </a:r>
            <a:endParaRPr b="0" i="0" sz="1400" u="none" cap="none" strike="noStrike">
              <a:solidFill>
                <a:srgbClr val="000000"/>
              </a:solidFill>
              <a:latin typeface="Arial"/>
              <a:ea typeface="Arial"/>
              <a:cs typeface="Arial"/>
              <a:sym typeface="Arial"/>
            </a:endParaRPr>
          </a:p>
          <a:p>
            <a:pPr indent="-152400" lvl="1" marL="457200" marR="0" rtl="0" algn="just">
              <a:lnSpc>
                <a:spcPct val="100000"/>
              </a:lnSpc>
              <a:spcBef>
                <a:spcPts val="0"/>
              </a:spcBef>
              <a:spcAft>
                <a:spcPts val="0"/>
              </a:spcAft>
              <a:buClr>
                <a:schemeClr val="dk1"/>
              </a:buClr>
              <a:buSzPts val="2400"/>
              <a:buFont typeface="Times New Roman"/>
              <a:buChar char="•"/>
            </a:pPr>
            <a:r>
              <a:rPr b="1" i="1" lang="es-AR" sz="2400" u="none" cap="none" strike="noStrike">
                <a:solidFill>
                  <a:schemeClr val="dk1"/>
                </a:solidFill>
                <a:latin typeface="Times New Roman"/>
                <a:ea typeface="Times New Roman"/>
                <a:cs typeface="Times New Roman"/>
                <a:sym typeface="Times New Roman"/>
              </a:rPr>
              <a:t> en su nombre un vector con los elementos que figuren en los dos vectores</a:t>
            </a:r>
            <a:endParaRPr b="0" i="0" sz="1400" u="none" cap="none" strike="noStrike">
              <a:solidFill>
                <a:srgbClr val="000000"/>
              </a:solidFill>
              <a:latin typeface="Arial"/>
              <a:ea typeface="Arial"/>
              <a:cs typeface="Arial"/>
              <a:sym typeface="Arial"/>
            </a:endParaRPr>
          </a:p>
          <a:p>
            <a:pPr indent="-152400" lvl="1" marL="457200" marR="0" rtl="0" algn="just">
              <a:lnSpc>
                <a:spcPct val="100000"/>
              </a:lnSpc>
              <a:spcBef>
                <a:spcPts val="0"/>
              </a:spcBef>
              <a:spcAft>
                <a:spcPts val="0"/>
              </a:spcAft>
              <a:buClr>
                <a:schemeClr val="dk1"/>
              </a:buClr>
              <a:buSzPts val="2400"/>
              <a:buFont typeface="Times New Roman"/>
              <a:buChar char="•"/>
            </a:pPr>
            <a:r>
              <a:rPr b="1" i="1" lang="es-AR" sz="2400" u="none" cap="none" strike="noStrike">
                <a:solidFill>
                  <a:schemeClr val="dk1"/>
                </a:solidFill>
                <a:latin typeface="Times New Roman"/>
                <a:ea typeface="Times New Roman"/>
                <a:cs typeface="Times New Roman"/>
                <a:sym typeface="Times New Roman"/>
              </a:rPr>
              <a:t> en un parámetro de salida la dimensión del vector</a:t>
            </a:r>
            <a:endParaRPr b="0" i="0" sz="1400" u="none" cap="none" strike="noStrike">
              <a:solidFill>
                <a:srgbClr val="000000"/>
              </a:solidFill>
              <a:latin typeface="Arial"/>
              <a:ea typeface="Arial"/>
              <a:cs typeface="Arial"/>
              <a:sym typeface="Arial"/>
            </a:endParaRPr>
          </a:p>
          <a:p>
            <a:pPr indent="0" lvl="1" marL="457200" marR="0" rtl="0" algn="just">
              <a:lnSpc>
                <a:spcPct val="100000"/>
              </a:lnSpc>
              <a:spcBef>
                <a:spcPts val="0"/>
              </a:spcBef>
              <a:spcAft>
                <a:spcPts val="0"/>
              </a:spcAft>
              <a:buClr>
                <a:schemeClr val="dk1"/>
              </a:buClr>
              <a:buSzPts val="2400"/>
              <a:buFont typeface="Times New Roman"/>
              <a:buNone/>
            </a:pPr>
            <a:r>
              <a:t/>
            </a:r>
            <a:endParaRPr b="1" i="1"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2002-08-09T12:40:28Z</dcterms:created>
  <dc:creator>ITBA</dc:creator>
</cp:coreProperties>
</file>